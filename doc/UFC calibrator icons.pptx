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366" r:id="rId3"/>
    <p:sldId id="367" r:id="rId4"/>
    <p:sldId id="368" r:id="rId5"/>
    <p:sldId id="370" r:id="rId6"/>
    <p:sldId id="369" r:id="rId7"/>
    <p:sldId id="359" r:id="rId8"/>
    <p:sldId id="293" r:id="rId9"/>
    <p:sldId id="356" r:id="rId10"/>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FF00FF"/>
    <a:srgbClr val="0000FF"/>
    <a:srgbClr val="00FF00"/>
    <a:srgbClr val="FFFFCC"/>
    <a:srgbClr val="B7D2D5"/>
    <a:srgbClr val="008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57" autoAdjust="0"/>
    <p:restoredTop sz="94660"/>
  </p:normalViewPr>
  <p:slideViewPr>
    <p:cSldViewPr>
      <p:cViewPr>
        <p:scale>
          <a:sx n="230" d="100"/>
          <a:sy n="230" d="100"/>
        </p:scale>
        <p:origin x="168" y="-199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E8E7BE6-5E1D-4A23-9C9B-54978B76F531}" type="datetimeFigureOut">
              <a:rPr lang="en-US" smtClean="0"/>
              <a:t>8/30/2024</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7B97DF3-F2B8-40B3-BAE5-452CA8E25B4E}" type="slidenum">
              <a:rPr lang="en-US" smtClean="0"/>
              <a:t>‹#›</a:t>
            </a:fld>
            <a:endParaRPr lang="en-US"/>
          </a:p>
        </p:txBody>
      </p:sp>
    </p:spTree>
    <p:extLst>
      <p:ext uri="{BB962C8B-B14F-4D97-AF65-F5344CB8AC3E}">
        <p14:creationId xmlns:p14="http://schemas.microsoft.com/office/powerpoint/2010/main" val="13263374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E386984-77F9-499D-A0F8-6D15D711ED96}" type="slidenum">
              <a:rPr lang="en-US" smtClean="0"/>
              <a:t>1</a:t>
            </a:fld>
            <a:endParaRPr lang="en-US"/>
          </a:p>
        </p:txBody>
      </p:sp>
    </p:spTree>
    <p:extLst>
      <p:ext uri="{BB962C8B-B14F-4D97-AF65-F5344CB8AC3E}">
        <p14:creationId xmlns:p14="http://schemas.microsoft.com/office/powerpoint/2010/main" val="17718706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E386984-77F9-499D-A0F8-6D15D711ED96}" type="slidenum">
              <a:rPr lang="en-US" smtClean="0"/>
              <a:t>2</a:t>
            </a:fld>
            <a:endParaRPr lang="en-US"/>
          </a:p>
        </p:txBody>
      </p:sp>
    </p:spTree>
    <p:extLst>
      <p:ext uri="{BB962C8B-B14F-4D97-AF65-F5344CB8AC3E}">
        <p14:creationId xmlns:p14="http://schemas.microsoft.com/office/powerpoint/2010/main" val="30992597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E386984-77F9-499D-A0F8-6D15D711ED96}" type="slidenum">
              <a:rPr lang="en-US" smtClean="0"/>
              <a:t>3</a:t>
            </a:fld>
            <a:endParaRPr lang="en-US"/>
          </a:p>
        </p:txBody>
      </p:sp>
    </p:spTree>
    <p:extLst>
      <p:ext uri="{BB962C8B-B14F-4D97-AF65-F5344CB8AC3E}">
        <p14:creationId xmlns:p14="http://schemas.microsoft.com/office/powerpoint/2010/main" val="29115307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E386984-77F9-499D-A0F8-6D15D711ED96}" type="slidenum">
              <a:rPr lang="en-US" smtClean="0"/>
              <a:t>4</a:t>
            </a:fld>
            <a:endParaRPr lang="en-US"/>
          </a:p>
        </p:txBody>
      </p:sp>
    </p:spTree>
    <p:extLst>
      <p:ext uri="{BB962C8B-B14F-4D97-AF65-F5344CB8AC3E}">
        <p14:creationId xmlns:p14="http://schemas.microsoft.com/office/powerpoint/2010/main" val="35605242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E386984-77F9-499D-A0F8-6D15D711ED96}" type="slidenum">
              <a:rPr lang="en-US" smtClean="0"/>
              <a:t>5</a:t>
            </a:fld>
            <a:endParaRPr lang="en-US"/>
          </a:p>
        </p:txBody>
      </p:sp>
    </p:spTree>
    <p:extLst>
      <p:ext uri="{BB962C8B-B14F-4D97-AF65-F5344CB8AC3E}">
        <p14:creationId xmlns:p14="http://schemas.microsoft.com/office/powerpoint/2010/main" val="21193884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685800" y="2130425"/>
            <a:ext cx="7772400" cy="1470025"/>
          </a:xfrm>
        </p:spPr>
        <p:txBody>
          <a:bodyPr/>
          <a:lstStyle/>
          <a:p>
            <a:r>
              <a:rPr lang="pt-BR"/>
              <a:t>Clique para editar o título mestre</a:t>
            </a:r>
            <a:endParaRPr lang="en-US"/>
          </a:p>
        </p:txBody>
      </p:sp>
      <p:sp>
        <p:nvSpPr>
          <p:cNvPr id="3" name="Subtítulo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pt-BR"/>
              <a:t>Clique para editar o estilo do subtítulo mestre</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8/30/2024</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4199100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Conteúdo 2"/>
          <p:cNvSpPr>
            <a:spLocks noGrp="1"/>
          </p:cNvSpPr>
          <p:nvPr>
            <p:ph idx="1"/>
          </p:nvPr>
        </p:nvSpPr>
        <p:spPr/>
        <p:txBody>
          <a:body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8/30/2024</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6717414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p:cNvSpPr>
            <a:spLocks noGrp="1"/>
          </p:cNvSpPr>
          <p:nvPr>
            <p:ph type="title"/>
          </p:nvPr>
        </p:nvSpPr>
        <p:spPr>
          <a:xfrm>
            <a:off x="722313" y="4406900"/>
            <a:ext cx="7772400" cy="1362075"/>
          </a:xfrm>
        </p:spPr>
        <p:txBody>
          <a:bodyPr anchor="t"/>
          <a:lstStyle>
            <a:lvl1pPr algn="l">
              <a:defRPr sz="4000" b="1" cap="all"/>
            </a:lvl1pPr>
          </a:lstStyle>
          <a:p>
            <a:r>
              <a:rPr lang="pt-BR"/>
              <a:t>Clique para editar o título mestre</a:t>
            </a:r>
            <a:endParaRPr lang="en-US"/>
          </a:p>
        </p:txBody>
      </p:sp>
      <p:sp>
        <p:nvSpPr>
          <p:cNvPr id="3" name="Espaço Reservado para Texto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pt-BR"/>
              <a:t>Clique para editar o texto mestre</a:t>
            </a:r>
          </a:p>
        </p:txBody>
      </p:sp>
      <p:sp>
        <p:nvSpPr>
          <p:cNvPr id="4" name="Espaço Reservado para Data 3"/>
          <p:cNvSpPr>
            <a:spLocks noGrp="1"/>
          </p:cNvSpPr>
          <p:nvPr>
            <p:ph type="dt" sz="half" idx="10"/>
          </p:nvPr>
        </p:nvSpPr>
        <p:spPr/>
        <p:txBody>
          <a:bodyPr/>
          <a:lstStyle/>
          <a:p>
            <a:fld id="{A9A6E6A7-8BB5-4312-AC96-9EE02D82EB11}" type="datetimeFigureOut">
              <a:rPr lang="en-US" smtClean="0"/>
              <a:t>8/30/2024</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740061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Conteúdo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Conteúdo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Espaço Reservado para Data 4"/>
          <p:cNvSpPr>
            <a:spLocks noGrp="1"/>
          </p:cNvSpPr>
          <p:nvPr>
            <p:ph type="dt" sz="half" idx="10"/>
          </p:nvPr>
        </p:nvSpPr>
        <p:spPr/>
        <p:txBody>
          <a:bodyPr/>
          <a:lstStyle/>
          <a:p>
            <a:fld id="{A9A6E6A7-8BB5-4312-AC96-9EE02D82EB11}" type="datetimeFigureOut">
              <a:rPr lang="en-US" smtClean="0"/>
              <a:t>8/30/2024</a:t>
            </a:fld>
            <a:endParaRPr lang="en-US"/>
          </a:p>
        </p:txBody>
      </p:sp>
      <p:sp>
        <p:nvSpPr>
          <p:cNvPr id="6" name="Espaço Reservado para Rodapé 5"/>
          <p:cNvSpPr>
            <a:spLocks noGrp="1"/>
          </p:cNvSpPr>
          <p:nvPr>
            <p:ph type="ftr" sz="quarter" idx="11"/>
          </p:nvPr>
        </p:nvSpPr>
        <p:spPr/>
        <p:txBody>
          <a:bodyPr/>
          <a:lstStyle/>
          <a:p>
            <a:endParaRPr lang="en-US"/>
          </a:p>
        </p:txBody>
      </p:sp>
      <p:sp>
        <p:nvSpPr>
          <p:cNvPr id="7" name="Espaço Reservado para Número de Slide 6"/>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16123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lvl1pPr>
              <a:defRPr/>
            </a:lvl1pPr>
          </a:lstStyle>
          <a:p>
            <a:r>
              <a:rPr lang="pt-BR"/>
              <a:t>Clique para editar o título mestre</a:t>
            </a:r>
            <a:endParaRPr lang="en-US"/>
          </a:p>
        </p:txBody>
      </p:sp>
      <p:sp>
        <p:nvSpPr>
          <p:cNvPr id="3" name="Espaço Reservado para Texto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 texto mestre</a:t>
            </a:r>
          </a:p>
        </p:txBody>
      </p:sp>
      <p:sp>
        <p:nvSpPr>
          <p:cNvPr id="4" name="Espaço Reservado para Conteúdo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Espaço Reservado para Texto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 texto mestre</a:t>
            </a:r>
          </a:p>
        </p:txBody>
      </p:sp>
      <p:sp>
        <p:nvSpPr>
          <p:cNvPr id="6" name="Espaço Reservado para Conteúdo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7" name="Espaço Reservado para Data 6"/>
          <p:cNvSpPr>
            <a:spLocks noGrp="1"/>
          </p:cNvSpPr>
          <p:nvPr>
            <p:ph type="dt" sz="half" idx="10"/>
          </p:nvPr>
        </p:nvSpPr>
        <p:spPr/>
        <p:txBody>
          <a:bodyPr/>
          <a:lstStyle/>
          <a:p>
            <a:fld id="{A9A6E6A7-8BB5-4312-AC96-9EE02D82EB11}" type="datetimeFigureOut">
              <a:rPr lang="en-US" smtClean="0"/>
              <a:t>8/30/2024</a:t>
            </a:fld>
            <a:endParaRPr lang="en-US"/>
          </a:p>
        </p:txBody>
      </p:sp>
      <p:sp>
        <p:nvSpPr>
          <p:cNvPr id="8" name="Espaço Reservado para Rodapé 7"/>
          <p:cNvSpPr>
            <a:spLocks noGrp="1"/>
          </p:cNvSpPr>
          <p:nvPr>
            <p:ph type="ftr" sz="quarter" idx="11"/>
          </p:nvPr>
        </p:nvSpPr>
        <p:spPr/>
        <p:txBody>
          <a:bodyPr/>
          <a:lstStyle/>
          <a:p>
            <a:endParaRPr lang="en-US"/>
          </a:p>
        </p:txBody>
      </p:sp>
      <p:sp>
        <p:nvSpPr>
          <p:cNvPr id="9" name="Espaço Reservado para Número de Slide 8"/>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0679347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Data 2"/>
          <p:cNvSpPr>
            <a:spLocks noGrp="1"/>
          </p:cNvSpPr>
          <p:nvPr>
            <p:ph type="dt" sz="half" idx="10"/>
          </p:nvPr>
        </p:nvSpPr>
        <p:spPr/>
        <p:txBody>
          <a:bodyPr/>
          <a:lstStyle/>
          <a:p>
            <a:fld id="{A9A6E6A7-8BB5-4312-AC96-9EE02D82EB11}" type="datetimeFigureOut">
              <a:rPr lang="en-US" smtClean="0"/>
              <a:t>8/30/2024</a:t>
            </a:fld>
            <a:endParaRPr lang="en-US"/>
          </a:p>
        </p:txBody>
      </p:sp>
      <p:sp>
        <p:nvSpPr>
          <p:cNvPr id="4" name="Espaço Reservado para Rodapé 3"/>
          <p:cNvSpPr>
            <a:spLocks noGrp="1"/>
          </p:cNvSpPr>
          <p:nvPr>
            <p:ph type="ftr" sz="quarter" idx="11"/>
          </p:nvPr>
        </p:nvSpPr>
        <p:spPr/>
        <p:txBody>
          <a:bodyPr/>
          <a:lstStyle/>
          <a:p>
            <a:endParaRPr lang="en-US"/>
          </a:p>
        </p:txBody>
      </p:sp>
      <p:sp>
        <p:nvSpPr>
          <p:cNvPr id="5" name="Espaço Reservado para Número de Slide 4"/>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1729194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p:cNvSpPr>
            <a:spLocks noGrp="1"/>
          </p:cNvSpPr>
          <p:nvPr>
            <p:ph type="dt" sz="half" idx="10"/>
          </p:nvPr>
        </p:nvSpPr>
        <p:spPr/>
        <p:txBody>
          <a:bodyPr/>
          <a:lstStyle/>
          <a:p>
            <a:fld id="{A9A6E6A7-8BB5-4312-AC96-9EE02D82EB11}" type="datetimeFigureOut">
              <a:rPr lang="en-US" smtClean="0"/>
              <a:t>8/30/2024</a:t>
            </a:fld>
            <a:endParaRPr lang="en-US"/>
          </a:p>
        </p:txBody>
      </p:sp>
      <p:sp>
        <p:nvSpPr>
          <p:cNvPr id="3" name="Espaço Reservado para Rodapé 2"/>
          <p:cNvSpPr>
            <a:spLocks noGrp="1"/>
          </p:cNvSpPr>
          <p:nvPr>
            <p:ph type="ftr" sz="quarter" idx="11"/>
          </p:nvPr>
        </p:nvSpPr>
        <p:spPr/>
        <p:txBody>
          <a:bodyPr/>
          <a:lstStyle/>
          <a:p>
            <a:endParaRPr lang="en-US"/>
          </a:p>
        </p:txBody>
      </p:sp>
      <p:sp>
        <p:nvSpPr>
          <p:cNvPr id="4" name="Espaço Reservado para Número de Slide 3"/>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1004097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3050"/>
            <a:ext cx="3008313" cy="1162050"/>
          </a:xfrm>
        </p:spPr>
        <p:txBody>
          <a:bodyPr anchor="b"/>
          <a:lstStyle>
            <a:lvl1pPr algn="l">
              <a:defRPr sz="2000" b="1"/>
            </a:lvl1pPr>
          </a:lstStyle>
          <a:p>
            <a:r>
              <a:rPr lang="pt-BR"/>
              <a:t>Clique para editar o título mestre</a:t>
            </a:r>
            <a:endParaRPr lang="en-US"/>
          </a:p>
        </p:txBody>
      </p:sp>
      <p:sp>
        <p:nvSpPr>
          <p:cNvPr id="3" name="Espaço Reservado para Conteúdo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Texto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t-BR"/>
              <a:t>Clique para editar o texto mestre</a:t>
            </a:r>
          </a:p>
        </p:txBody>
      </p:sp>
      <p:sp>
        <p:nvSpPr>
          <p:cNvPr id="5" name="Espaço Reservado para Data 4"/>
          <p:cNvSpPr>
            <a:spLocks noGrp="1"/>
          </p:cNvSpPr>
          <p:nvPr>
            <p:ph type="dt" sz="half" idx="10"/>
          </p:nvPr>
        </p:nvSpPr>
        <p:spPr/>
        <p:txBody>
          <a:bodyPr/>
          <a:lstStyle/>
          <a:p>
            <a:fld id="{A9A6E6A7-8BB5-4312-AC96-9EE02D82EB11}" type="datetimeFigureOut">
              <a:rPr lang="en-US" smtClean="0"/>
              <a:t>8/30/2024</a:t>
            </a:fld>
            <a:endParaRPr lang="en-US"/>
          </a:p>
        </p:txBody>
      </p:sp>
      <p:sp>
        <p:nvSpPr>
          <p:cNvPr id="6" name="Espaço Reservado para Rodapé 5"/>
          <p:cNvSpPr>
            <a:spLocks noGrp="1"/>
          </p:cNvSpPr>
          <p:nvPr>
            <p:ph type="ftr" sz="quarter" idx="11"/>
          </p:nvPr>
        </p:nvSpPr>
        <p:spPr/>
        <p:txBody>
          <a:bodyPr/>
          <a:lstStyle/>
          <a:p>
            <a:endParaRPr lang="en-US"/>
          </a:p>
        </p:txBody>
      </p:sp>
      <p:sp>
        <p:nvSpPr>
          <p:cNvPr id="7" name="Espaço Reservado para Número de Slide 6"/>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0723893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1792288" y="4800600"/>
            <a:ext cx="5486400" cy="566738"/>
          </a:xfrm>
        </p:spPr>
        <p:txBody>
          <a:bodyPr anchor="b"/>
          <a:lstStyle>
            <a:lvl1pPr algn="l">
              <a:defRPr sz="2000" b="1"/>
            </a:lvl1pPr>
          </a:lstStyle>
          <a:p>
            <a:r>
              <a:rPr lang="pt-BR"/>
              <a:t>Clique para editar o título mestre</a:t>
            </a:r>
            <a:endParaRPr lang="en-US"/>
          </a:p>
        </p:txBody>
      </p:sp>
      <p:sp>
        <p:nvSpPr>
          <p:cNvPr id="3" name="Espaço Reservado para Imagem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Espaço Reservado para Texto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t-BR"/>
              <a:t>Clique para editar o texto mestre</a:t>
            </a:r>
          </a:p>
        </p:txBody>
      </p:sp>
      <p:sp>
        <p:nvSpPr>
          <p:cNvPr id="5" name="Espaço Reservado para Data 4"/>
          <p:cNvSpPr>
            <a:spLocks noGrp="1"/>
          </p:cNvSpPr>
          <p:nvPr>
            <p:ph type="dt" sz="half" idx="10"/>
          </p:nvPr>
        </p:nvSpPr>
        <p:spPr/>
        <p:txBody>
          <a:bodyPr/>
          <a:lstStyle/>
          <a:p>
            <a:fld id="{A9A6E6A7-8BB5-4312-AC96-9EE02D82EB11}" type="datetimeFigureOut">
              <a:rPr lang="en-US" smtClean="0"/>
              <a:t>8/30/2024</a:t>
            </a:fld>
            <a:endParaRPr lang="en-US"/>
          </a:p>
        </p:txBody>
      </p:sp>
      <p:sp>
        <p:nvSpPr>
          <p:cNvPr id="6" name="Espaço Reservado para Rodapé 5"/>
          <p:cNvSpPr>
            <a:spLocks noGrp="1"/>
          </p:cNvSpPr>
          <p:nvPr>
            <p:ph type="ftr" sz="quarter" idx="11"/>
          </p:nvPr>
        </p:nvSpPr>
        <p:spPr/>
        <p:txBody>
          <a:bodyPr/>
          <a:lstStyle/>
          <a:p>
            <a:endParaRPr lang="en-US"/>
          </a:p>
        </p:txBody>
      </p:sp>
      <p:sp>
        <p:nvSpPr>
          <p:cNvPr id="7" name="Espaço Reservado para Número de Slide 6"/>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9691033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Texto Vertical 2"/>
          <p:cNvSpPr>
            <a:spLocks noGrp="1"/>
          </p:cNvSpPr>
          <p:nvPr>
            <p:ph type="body" orient="vert" idx="1"/>
          </p:nvPr>
        </p:nvSpPr>
        <p:spPr/>
        <p:txBody>
          <a:bodyPr vert="eaVert"/>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8/30/2024</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5133570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e texto verticais">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6629400" y="274638"/>
            <a:ext cx="2057400" cy="5851525"/>
          </a:xfrm>
        </p:spPr>
        <p:txBody>
          <a:bodyPr vert="eaVert"/>
          <a:lstStyle/>
          <a:p>
            <a:r>
              <a:rPr lang="pt-BR"/>
              <a:t>Clique para editar o título mestre</a:t>
            </a:r>
            <a:endParaRPr lang="en-US"/>
          </a:p>
        </p:txBody>
      </p:sp>
      <p:sp>
        <p:nvSpPr>
          <p:cNvPr id="3" name="Espaço Reservado para Texto Vertical 2"/>
          <p:cNvSpPr>
            <a:spLocks noGrp="1"/>
          </p:cNvSpPr>
          <p:nvPr>
            <p:ph type="body" orient="vert" idx="1"/>
          </p:nvPr>
        </p:nvSpPr>
        <p:spPr>
          <a:xfrm>
            <a:off x="457200" y="274638"/>
            <a:ext cx="6019800" cy="5851525"/>
          </a:xfrm>
        </p:spPr>
        <p:txBody>
          <a:bodyPr vert="eaVert"/>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8/30/2024</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8321274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pt-BR"/>
              <a:t>Clique para editar o título mestre</a:t>
            </a:r>
            <a:endParaRPr lang="en-US"/>
          </a:p>
        </p:txBody>
      </p:sp>
      <p:sp>
        <p:nvSpPr>
          <p:cNvPr id="3" name="Espaço Reservado para Texto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9A6E6A7-8BB5-4312-AC96-9EE02D82EB11}" type="datetimeFigureOut">
              <a:rPr lang="en-US" smtClean="0"/>
              <a:t>8/30/2024</a:t>
            </a:fld>
            <a:endParaRPr lang="en-US"/>
          </a:p>
        </p:txBody>
      </p:sp>
      <p:sp>
        <p:nvSpPr>
          <p:cNvPr id="5" name="Espaço Reservado para Rodapé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Espaço Reservado para Número de Slide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2BD0E50-01B7-4B89-A980-51F9A64FACB1}" type="slidenum">
              <a:rPr lang="en-US" smtClean="0"/>
              <a:t>‹#›</a:t>
            </a:fld>
            <a:endParaRPr lang="en-US"/>
          </a:p>
        </p:txBody>
      </p:sp>
    </p:spTree>
    <p:extLst>
      <p:ext uri="{BB962C8B-B14F-4D97-AF65-F5344CB8AC3E}">
        <p14:creationId xmlns:p14="http://schemas.microsoft.com/office/powerpoint/2010/main" val="13329444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18" Type="http://schemas.openxmlformats.org/officeDocument/2006/relationships/image" Target="../media/image18.png"/><Relationship Id="rId26" Type="http://schemas.openxmlformats.org/officeDocument/2006/relationships/image" Target="../media/image26.png"/><Relationship Id="rId3" Type="http://schemas.openxmlformats.org/officeDocument/2006/relationships/image" Target="../media/image3.png"/><Relationship Id="rId21" Type="http://schemas.openxmlformats.org/officeDocument/2006/relationships/image" Target="../media/image21.png"/><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image" Target="../media/image17.png"/><Relationship Id="rId25" Type="http://schemas.openxmlformats.org/officeDocument/2006/relationships/image" Target="../media/image25.png"/><Relationship Id="rId2" Type="http://schemas.openxmlformats.org/officeDocument/2006/relationships/image" Target="../media/image2.png"/><Relationship Id="rId16" Type="http://schemas.openxmlformats.org/officeDocument/2006/relationships/image" Target="../media/image16.png"/><Relationship Id="rId20" Type="http://schemas.openxmlformats.org/officeDocument/2006/relationships/image" Target="../media/image20.png"/><Relationship Id="rId1" Type="http://schemas.openxmlformats.org/officeDocument/2006/relationships/slideLayout" Target="../slideLayouts/slideLayout7.xml"/><Relationship Id="rId6" Type="http://schemas.openxmlformats.org/officeDocument/2006/relationships/image" Target="../media/image6.png"/><Relationship Id="rId11" Type="http://schemas.openxmlformats.org/officeDocument/2006/relationships/image" Target="../media/image11.png"/><Relationship Id="rId24" Type="http://schemas.openxmlformats.org/officeDocument/2006/relationships/image" Target="../media/image24.png"/><Relationship Id="rId5" Type="http://schemas.openxmlformats.org/officeDocument/2006/relationships/image" Target="../media/image5.png"/><Relationship Id="rId15" Type="http://schemas.openxmlformats.org/officeDocument/2006/relationships/image" Target="../media/image15.png"/><Relationship Id="rId23" Type="http://schemas.openxmlformats.org/officeDocument/2006/relationships/image" Target="../media/image23.png"/><Relationship Id="rId10" Type="http://schemas.openxmlformats.org/officeDocument/2006/relationships/image" Target="../media/image10.png"/><Relationship Id="rId19" Type="http://schemas.openxmlformats.org/officeDocument/2006/relationships/image" Target="../media/image19.png"/><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14.png"/><Relationship Id="rId22" Type="http://schemas.openxmlformats.org/officeDocument/2006/relationships/image" Target="../media/image22.png"/><Relationship Id="rId27" Type="http://schemas.openxmlformats.org/officeDocument/2006/relationships/image" Target="../media/image27.png"/></Relationships>
</file>

<file path=ppt/slides/_rels/slide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 Id="rId5" Type="http://schemas.openxmlformats.org/officeDocument/2006/relationships/image" Target="../media/image31.png"/><Relationship Id="rId4" Type="http://schemas.openxmlformats.org/officeDocument/2006/relationships/image" Target="../media/image30.png"/></Relationships>
</file>

<file path=ppt/slides/_rels/slide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95A24AD-EF2A-53E6-DB81-C9883648E7FB}"/>
              </a:ext>
            </a:extLst>
          </p:cNvPr>
          <p:cNvPicPr>
            <a:picLocks noChangeAspect="1"/>
          </p:cNvPicPr>
          <p:nvPr/>
        </p:nvPicPr>
        <p:blipFill>
          <a:blip r:embed="rId3"/>
          <a:stretch>
            <a:fillRect/>
          </a:stretch>
        </p:blipFill>
        <p:spPr>
          <a:xfrm>
            <a:off x="556652" y="147179"/>
            <a:ext cx="8030696" cy="6563641"/>
          </a:xfrm>
          <a:prstGeom prst="rect">
            <a:avLst/>
          </a:prstGeom>
        </p:spPr>
      </p:pic>
    </p:spTree>
    <p:extLst>
      <p:ext uri="{BB962C8B-B14F-4D97-AF65-F5344CB8AC3E}">
        <p14:creationId xmlns:p14="http://schemas.microsoft.com/office/powerpoint/2010/main" val="30006173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5A27C892-1289-2C1D-5DED-4037C026610C}"/>
              </a:ext>
            </a:extLst>
          </p:cNvPr>
          <p:cNvGrpSpPr/>
          <p:nvPr/>
        </p:nvGrpSpPr>
        <p:grpSpPr>
          <a:xfrm>
            <a:off x="771941" y="1106742"/>
            <a:ext cx="7600117" cy="4644516"/>
            <a:chOff x="1331640" y="1448780"/>
            <a:chExt cx="6480720" cy="3960440"/>
          </a:xfrm>
        </p:grpSpPr>
        <p:sp>
          <p:nvSpPr>
            <p:cNvPr id="2" name="Rectangle 1">
              <a:extLst>
                <a:ext uri="{FF2B5EF4-FFF2-40B4-BE49-F238E27FC236}">
                  <a16:creationId xmlns:a16="http://schemas.microsoft.com/office/drawing/2014/main" id="{F05F2096-BB6C-C37D-8D36-F354373EE191}"/>
                </a:ext>
              </a:extLst>
            </p:cNvPr>
            <p:cNvSpPr/>
            <p:nvPr/>
          </p:nvSpPr>
          <p:spPr>
            <a:xfrm>
              <a:off x="1331640" y="1448780"/>
              <a:ext cx="6480720" cy="3960440"/>
            </a:xfrm>
            <a:prstGeom prst="rect">
              <a:avLst/>
            </a:prstGeom>
            <a:solidFill>
              <a:srgbClr val="00B050"/>
            </a:solidFill>
            <a:ln w="76200">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cxnSp>
          <p:nvCxnSpPr>
            <p:cNvPr id="6" name="Straight Connector 5">
              <a:extLst>
                <a:ext uri="{FF2B5EF4-FFF2-40B4-BE49-F238E27FC236}">
                  <a16:creationId xmlns:a16="http://schemas.microsoft.com/office/drawing/2014/main" id="{A33FCFC2-8029-AA21-D2C3-70F35BB6BC48}"/>
                </a:ext>
              </a:extLst>
            </p:cNvPr>
            <p:cNvCxnSpPr>
              <a:stCxn id="2" idx="0"/>
              <a:endCxn id="2" idx="2"/>
            </p:cNvCxnSpPr>
            <p:nvPr/>
          </p:nvCxnSpPr>
          <p:spPr>
            <a:xfrm>
              <a:off x="4572000" y="1448780"/>
              <a:ext cx="0" cy="396044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17BCA2CD-EA62-1CCC-9901-407EE755BC7B}"/>
                </a:ext>
              </a:extLst>
            </p:cNvPr>
            <p:cNvCxnSpPr>
              <a:cxnSpLocks/>
            </p:cNvCxnSpPr>
            <p:nvPr/>
          </p:nvCxnSpPr>
          <p:spPr>
            <a:xfrm>
              <a:off x="3779912" y="2132856"/>
              <a:ext cx="1584176" cy="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2E9454C-71C4-BCA6-F7E9-FD8554D5B4EC}"/>
                </a:ext>
              </a:extLst>
            </p:cNvPr>
            <p:cNvCxnSpPr>
              <a:cxnSpLocks/>
            </p:cNvCxnSpPr>
            <p:nvPr/>
          </p:nvCxnSpPr>
          <p:spPr>
            <a:xfrm>
              <a:off x="3779912" y="4653136"/>
              <a:ext cx="1584176" cy="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Flowchart: Delay 11">
              <a:extLst>
                <a:ext uri="{FF2B5EF4-FFF2-40B4-BE49-F238E27FC236}">
                  <a16:creationId xmlns:a16="http://schemas.microsoft.com/office/drawing/2014/main" id="{A0748826-AD80-CF36-9925-4212D43E4ED2}"/>
                </a:ext>
              </a:extLst>
            </p:cNvPr>
            <p:cNvSpPr/>
            <p:nvPr/>
          </p:nvSpPr>
          <p:spPr>
            <a:xfrm>
              <a:off x="1331640" y="2386610"/>
              <a:ext cx="2088230" cy="2088232"/>
            </a:xfrm>
            <a:prstGeom prst="flowChartDelay">
              <a:avLst/>
            </a:prstGeom>
            <a:solidFill>
              <a:srgbClr val="00B050"/>
            </a:solidFill>
            <a:ln w="76200">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626D24F7-D81C-547D-F650-ACA4CD121106}"/>
                </a:ext>
              </a:extLst>
            </p:cNvPr>
            <p:cNvSpPr/>
            <p:nvPr/>
          </p:nvSpPr>
          <p:spPr>
            <a:xfrm>
              <a:off x="2051720" y="3032956"/>
              <a:ext cx="792087" cy="792088"/>
            </a:xfrm>
            <a:prstGeom prst="ellipse">
              <a:avLst/>
            </a:prstGeom>
            <a:solidFill>
              <a:srgbClr val="00B050"/>
            </a:solidFill>
            <a:ln w="76200">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5" name="Flowchart: Delay 14">
              <a:extLst>
                <a:ext uri="{FF2B5EF4-FFF2-40B4-BE49-F238E27FC236}">
                  <a16:creationId xmlns:a16="http://schemas.microsoft.com/office/drawing/2014/main" id="{D4C16E91-DC7F-0B8D-3CFB-F2F0B02920E5}"/>
                </a:ext>
              </a:extLst>
            </p:cNvPr>
            <p:cNvSpPr/>
            <p:nvPr/>
          </p:nvSpPr>
          <p:spPr>
            <a:xfrm flipH="1">
              <a:off x="5724129" y="2384884"/>
              <a:ext cx="2088231" cy="2088232"/>
            </a:xfrm>
            <a:prstGeom prst="flowChartDelay">
              <a:avLst/>
            </a:prstGeom>
            <a:solidFill>
              <a:srgbClr val="00B050"/>
            </a:solidFill>
            <a:ln w="76200">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DB304F5E-CA73-259E-549D-3925CBFCB27E}"/>
                </a:ext>
              </a:extLst>
            </p:cNvPr>
            <p:cNvSpPr/>
            <p:nvPr/>
          </p:nvSpPr>
          <p:spPr>
            <a:xfrm>
              <a:off x="6300193" y="3032956"/>
              <a:ext cx="792087" cy="792088"/>
            </a:xfrm>
            <a:prstGeom prst="ellipse">
              <a:avLst/>
            </a:prstGeom>
            <a:solidFill>
              <a:srgbClr val="00B050"/>
            </a:solidFill>
            <a:ln w="76200">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grpSp>
      <p:sp>
        <p:nvSpPr>
          <p:cNvPr id="18" name="Elipse 167">
            <a:extLst>
              <a:ext uri="{FF2B5EF4-FFF2-40B4-BE49-F238E27FC236}">
                <a16:creationId xmlns:a16="http://schemas.microsoft.com/office/drawing/2014/main" id="{EC9F1CBD-3BA0-41C8-50F3-C825F3615837}"/>
              </a:ext>
            </a:extLst>
          </p:cNvPr>
          <p:cNvSpPr/>
          <p:nvPr/>
        </p:nvSpPr>
        <p:spPr>
          <a:xfrm rot="5400000">
            <a:off x="660655" y="995456"/>
            <a:ext cx="222570" cy="222570"/>
          </a:xfrm>
          <a:prstGeom prst="ellipse">
            <a:avLst/>
          </a:prstGeom>
          <a:solidFill>
            <a:srgbClr val="FFFF00"/>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EEA72A14-34AE-4631-5EEB-C454FE303870}"/>
              </a:ext>
            </a:extLst>
          </p:cNvPr>
          <p:cNvSpPr txBox="1"/>
          <p:nvPr/>
        </p:nvSpPr>
        <p:spPr>
          <a:xfrm>
            <a:off x="114675" y="1487007"/>
            <a:ext cx="1314531" cy="276999"/>
          </a:xfrm>
          <a:prstGeom prst="rect">
            <a:avLst/>
          </a:prstGeom>
          <a:solidFill>
            <a:srgbClr val="FFFFFF">
              <a:alpha val="69804"/>
            </a:srgbClr>
          </a:solidFill>
        </p:spPr>
        <p:txBody>
          <a:bodyPr wrap="square" lIns="0" tIns="0" rIns="0" bIns="0" rtlCol="0" anchor="b">
            <a:normAutofit/>
          </a:bodyPr>
          <a:lstStyle/>
          <a:p>
            <a:pPr algn="ctr"/>
            <a:r>
              <a:rPr lang="pt-BR" b="1" dirty="0"/>
              <a:t>LEFT-TOP</a:t>
            </a:r>
            <a:endParaRPr lang="en-US" b="1" dirty="0"/>
          </a:p>
        </p:txBody>
      </p:sp>
      <p:sp>
        <p:nvSpPr>
          <p:cNvPr id="20" name="Retângulo 63">
            <a:extLst>
              <a:ext uri="{FF2B5EF4-FFF2-40B4-BE49-F238E27FC236}">
                <a16:creationId xmlns:a16="http://schemas.microsoft.com/office/drawing/2014/main" id="{D429D883-B06A-42C9-90CD-417135B282FF}"/>
              </a:ext>
            </a:extLst>
          </p:cNvPr>
          <p:cNvSpPr/>
          <p:nvPr/>
        </p:nvSpPr>
        <p:spPr>
          <a:xfrm>
            <a:off x="114675" y="449476"/>
            <a:ext cx="1314531" cy="1314531"/>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9" name="Elipse 167">
            <a:extLst>
              <a:ext uri="{FF2B5EF4-FFF2-40B4-BE49-F238E27FC236}">
                <a16:creationId xmlns:a16="http://schemas.microsoft.com/office/drawing/2014/main" id="{65D7C7C5-786D-00A9-5943-F369E9B84318}"/>
              </a:ext>
            </a:extLst>
          </p:cNvPr>
          <p:cNvSpPr/>
          <p:nvPr/>
        </p:nvSpPr>
        <p:spPr>
          <a:xfrm rot="5400000">
            <a:off x="660655" y="5639973"/>
            <a:ext cx="222570" cy="222570"/>
          </a:xfrm>
          <a:prstGeom prst="ellipse">
            <a:avLst/>
          </a:prstGeom>
          <a:solidFill>
            <a:srgbClr val="FFFF00"/>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EFAACA6A-D55E-3B6A-01DC-3D74DD696354}"/>
              </a:ext>
            </a:extLst>
          </p:cNvPr>
          <p:cNvSpPr txBox="1"/>
          <p:nvPr/>
        </p:nvSpPr>
        <p:spPr>
          <a:xfrm>
            <a:off x="114675" y="6131524"/>
            <a:ext cx="1314531" cy="276999"/>
          </a:xfrm>
          <a:prstGeom prst="rect">
            <a:avLst/>
          </a:prstGeom>
          <a:solidFill>
            <a:srgbClr val="FFFFFF">
              <a:alpha val="69804"/>
            </a:srgbClr>
          </a:solidFill>
        </p:spPr>
        <p:txBody>
          <a:bodyPr wrap="square" lIns="0" tIns="0" rIns="0" bIns="0" rtlCol="0" anchor="b">
            <a:normAutofit fontScale="92500"/>
          </a:bodyPr>
          <a:lstStyle/>
          <a:p>
            <a:pPr algn="ctr"/>
            <a:r>
              <a:rPr lang="pt-BR" b="1" dirty="0"/>
              <a:t>LEFT-BOTTOM</a:t>
            </a:r>
            <a:endParaRPr lang="en-US" b="1" dirty="0"/>
          </a:p>
        </p:txBody>
      </p:sp>
      <p:sp>
        <p:nvSpPr>
          <p:cNvPr id="51" name="Retângulo 63">
            <a:extLst>
              <a:ext uri="{FF2B5EF4-FFF2-40B4-BE49-F238E27FC236}">
                <a16:creationId xmlns:a16="http://schemas.microsoft.com/office/drawing/2014/main" id="{048B8B07-883D-F62A-D7EE-551E15BBEAED}"/>
              </a:ext>
            </a:extLst>
          </p:cNvPr>
          <p:cNvSpPr/>
          <p:nvPr/>
        </p:nvSpPr>
        <p:spPr>
          <a:xfrm>
            <a:off x="114675" y="5093993"/>
            <a:ext cx="1314531" cy="1314531"/>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2" name="Elipse 167">
            <a:extLst>
              <a:ext uri="{FF2B5EF4-FFF2-40B4-BE49-F238E27FC236}">
                <a16:creationId xmlns:a16="http://schemas.microsoft.com/office/drawing/2014/main" id="{5F8ABE05-0993-2DB0-2679-678912C7E4B0}"/>
              </a:ext>
            </a:extLst>
          </p:cNvPr>
          <p:cNvSpPr/>
          <p:nvPr/>
        </p:nvSpPr>
        <p:spPr>
          <a:xfrm rot="5400000">
            <a:off x="8260775" y="995455"/>
            <a:ext cx="222570" cy="222570"/>
          </a:xfrm>
          <a:prstGeom prst="ellipse">
            <a:avLst/>
          </a:prstGeom>
          <a:solidFill>
            <a:srgbClr val="FFFF00"/>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53" name="TextBox 52">
            <a:extLst>
              <a:ext uri="{FF2B5EF4-FFF2-40B4-BE49-F238E27FC236}">
                <a16:creationId xmlns:a16="http://schemas.microsoft.com/office/drawing/2014/main" id="{148BD7BE-91B1-9167-70F4-653ACA7AC0A6}"/>
              </a:ext>
            </a:extLst>
          </p:cNvPr>
          <p:cNvSpPr txBox="1"/>
          <p:nvPr/>
        </p:nvSpPr>
        <p:spPr>
          <a:xfrm>
            <a:off x="7714795" y="1487006"/>
            <a:ext cx="1314531" cy="276999"/>
          </a:xfrm>
          <a:prstGeom prst="rect">
            <a:avLst/>
          </a:prstGeom>
          <a:solidFill>
            <a:srgbClr val="FFFFFF">
              <a:alpha val="69804"/>
            </a:srgbClr>
          </a:solidFill>
        </p:spPr>
        <p:txBody>
          <a:bodyPr wrap="square" lIns="0" tIns="0" rIns="0" bIns="0" rtlCol="0" anchor="b">
            <a:normAutofit/>
          </a:bodyPr>
          <a:lstStyle/>
          <a:p>
            <a:pPr algn="ctr"/>
            <a:r>
              <a:rPr lang="pt-BR" b="1" dirty="0"/>
              <a:t>RIGHT-TOP</a:t>
            </a:r>
            <a:endParaRPr lang="en-US" b="1" dirty="0"/>
          </a:p>
        </p:txBody>
      </p:sp>
      <p:sp>
        <p:nvSpPr>
          <p:cNvPr id="54" name="Retângulo 63">
            <a:extLst>
              <a:ext uri="{FF2B5EF4-FFF2-40B4-BE49-F238E27FC236}">
                <a16:creationId xmlns:a16="http://schemas.microsoft.com/office/drawing/2014/main" id="{8899DEBB-5B1B-23FB-9029-7458F4229315}"/>
              </a:ext>
            </a:extLst>
          </p:cNvPr>
          <p:cNvSpPr/>
          <p:nvPr/>
        </p:nvSpPr>
        <p:spPr>
          <a:xfrm>
            <a:off x="7714795" y="449475"/>
            <a:ext cx="1314531" cy="1314531"/>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5" name="Elipse 167">
            <a:extLst>
              <a:ext uri="{FF2B5EF4-FFF2-40B4-BE49-F238E27FC236}">
                <a16:creationId xmlns:a16="http://schemas.microsoft.com/office/drawing/2014/main" id="{151E7128-53A1-8AEC-D3A7-B9EB33091E86}"/>
              </a:ext>
            </a:extLst>
          </p:cNvPr>
          <p:cNvSpPr/>
          <p:nvPr/>
        </p:nvSpPr>
        <p:spPr>
          <a:xfrm rot="5400000">
            <a:off x="8258265" y="5639973"/>
            <a:ext cx="222570" cy="222570"/>
          </a:xfrm>
          <a:prstGeom prst="ellipse">
            <a:avLst/>
          </a:prstGeom>
          <a:solidFill>
            <a:srgbClr val="FFFF00"/>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EEF28F3E-4180-3857-5B94-9BDF0CA445CA}"/>
              </a:ext>
            </a:extLst>
          </p:cNvPr>
          <p:cNvSpPr txBox="1"/>
          <p:nvPr/>
        </p:nvSpPr>
        <p:spPr>
          <a:xfrm>
            <a:off x="7712285" y="6131524"/>
            <a:ext cx="1314531" cy="276999"/>
          </a:xfrm>
          <a:prstGeom prst="rect">
            <a:avLst/>
          </a:prstGeom>
          <a:solidFill>
            <a:srgbClr val="FFFFFF">
              <a:alpha val="69804"/>
            </a:srgbClr>
          </a:solidFill>
        </p:spPr>
        <p:txBody>
          <a:bodyPr wrap="square" lIns="0" tIns="0" rIns="0" bIns="0" rtlCol="0" anchor="b">
            <a:normAutofit fontScale="85000" lnSpcReduction="10000"/>
          </a:bodyPr>
          <a:lstStyle/>
          <a:p>
            <a:pPr algn="ctr"/>
            <a:r>
              <a:rPr lang="pt-BR" b="1" dirty="0"/>
              <a:t>RIGHT-BOTTOM</a:t>
            </a:r>
            <a:endParaRPr lang="en-US" b="1" dirty="0"/>
          </a:p>
        </p:txBody>
      </p:sp>
      <p:sp>
        <p:nvSpPr>
          <p:cNvPr id="57" name="Retângulo 63">
            <a:extLst>
              <a:ext uri="{FF2B5EF4-FFF2-40B4-BE49-F238E27FC236}">
                <a16:creationId xmlns:a16="http://schemas.microsoft.com/office/drawing/2014/main" id="{F240DFDF-A20A-7C7A-32C5-A3E9B7E0ED0E}"/>
              </a:ext>
            </a:extLst>
          </p:cNvPr>
          <p:cNvSpPr/>
          <p:nvPr/>
        </p:nvSpPr>
        <p:spPr>
          <a:xfrm>
            <a:off x="7712285" y="5093993"/>
            <a:ext cx="1314531" cy="1314531"/>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8" name="Elipse 167">
            <a:extLst>
              <a:ext uri="{FF2B5EF4-FFF2-40B4-BE49-F238E27FC236}">
                <a16:creationId xmlns:a16="http://schemas.microsoft.com/office/drawing/2014/main" id="{754DC2F0-0D2C-73AE-DC2E-84244C83C28C}"/>
              </a:ext>
            </a:extLst>
          </p:cNvPr>
          <p:cNvSpPr/>
          <p:nvPr/>
        </p:nvSpPr>
        <p:spPr>
          <a:xfrm rot="5400000">
            <a:off x="2521166" y="751366"/>
            <a:ext cx="222570" cy="710746"/>
          </a:xfrm>
          <a:prstGeom prst="roundRect">
            <a:avLst/>
          </a:prstGeom>
          <a:solidFill>
            <a:srgbClr val="FFFF00"/>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59" name="TextBox 58">
            <a:extLst>
              <a:ext uri="{FF2B5EF4-FFF2-40B4-BE49-F238E27FC236}">
                <a16:creationId xmlns:a16="http://schemas.microsoft.com/office/drawing/2014/main" id="{00DC3A14-F1C2-3E23-8510-7D293BF36C1D}"/>
              </a:ext>
            </a:extLst>
          </p:cNvPr>
          <p:cNvSpPr txBox="1"/>
          <p:nvPr/>
        </p:nvSpPr>
        <p:spPr>
          <a:xfrm>
            <a:off x="1975186" y="1487005"/>
            <a:ext cx="1314531" cy="276999"/>
          </a:xfrm>
          <a:prstGeom prst="rect">
            <a:avLst/>
          </a:prstGeom>
          <a:solidFill>
            <a:srgbClr val="FFFFFF">
              <a:alpha val="69804"/>
            </a:srgbClr>
          </a:solidFill>
        </p:spPr>
        <p:txBody>
          <a:bodyPr wrap="square" lIns="0" tIns="0" rIns="0" bIns="0" rtlCol="0" anchor="b">
            <a:normAutofit/>
          </a:bodyPr>
          <a:lstStyle/>
          <a:p>
            <a:pPr algn="ctr"/>
            <a:r>
              <a:rPr lang="pt-BR" b="1" dirty="0"/>
              <a:t>SIDELINE-TOP</a:t>
            </a:r>
            <a:endParaRPr lang="en-US" b="1" dirty="0"/>
          </a:p>
        </p:txBody>
      </p:sp>
      <p:sp>
        <p:nvSpPr>
          <p:cNvPr id="60" name="Retângulo 63">
            <a:extLst>
              <a:ext uri="{FF2B5EF4-FFF2-40B4-BE49-F238E27FC236}">
                <a16:creationId xmlns:a16="http://schemas.microsoft.com/office/drawing/2014/main" id="{D57F5C68-3C48-BB9A-DCE3-F34212216D52}"/>
              </a:ext>
            </a:extLst>
          </p:cNvPr>
          <p:cNvSpPr/>
          <p:nvPr/>
        </p:nvSpPr>
        <p:spPr>
          <a:xfrm>
            <a:off x="1975186" y="449474"/>
            <a:ext cx="1314531" cy="1314531"/>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1" name="Elipse 167">
            <a:extLst>
              <a:ext uri="{FF2B5EF4-FFF2-40B4-BE49-F238E27FC236}">
                <a16:creationId xmlns:a16="http://schemas.microsoft.com/office/drawing/2014/main" id="{2DDE8187-5FAA-7C98-F830-E46ED6AEC429}"/>
              </a:ext>
            </a:extLst>
          </p:cNvPr>
          <p:cNvSpPr/>
          <p:nvPr/>
        </p:nvSpPr>
        <p:spPr>
          <a:xfrm rot="5400000">
            <a:off x="2459318" y="5395885"/>
            <a:ext cx="222570" cy="710746"/>
          </a:xfrm>
          <a:prstGeom prst="roundRect">
            <a:avLst/>
          </a:prstGeom>
          <a:solidFill>
            <a:srgbClr val="FFFF00"/>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119CF64C-AC55-0E20-9346-C31B3FFCBA4C}"/>
              </a:ext>
            </a:extLst>
          </p:cNvPr>
          <p:cNvSpPr txBox="1"/>
          <p:nvPr/>
        </p:nvSpPr>
        <p:spPr>
          <a:xfrm>
            <a:off x="1913338" y="6131524"/>
            <a:ext cx="1314531" cy="276999"/>
          </a:xfrm>
          <a:prstGeom prst="rect">
            <a:avLst/>
          </a:prstGeom>
          <a:solidFill>
            <a:srgbClr val="FFFFFF">
              <a:alpha val="69804"/>
            </a:srgbClr>
          </a:solidFill>
        </p:spPr>
        <p:txBody>
          <a:bodyPr wrap="square" lIns="0" tIns="0" rIns="0" bIns="0" rtlCol="0" anchor="b">
            <a:normAutofit fontScale="70000" lnSpcReduction="20000"/>
          </a:bodyPr>
          <a:lstStyle/>
          <a:p>
            <a:pPr algn="ctr"/>
            <a:r>
              <a:rPr lang="pt-BR" b="1" dirty="0"/>
              <a:t>SIDELINE-BOTTOM</a:t>
            </a:r>
            <a:endParaRPr lang="en-US" b="1" dirty="0"/>
          </a:p>
        </p:txBody>
      </p:sp>
      <p:sp>
        <p:nvSpPr>
          <p:cNvPr id="63" name="Retângulo 63">
            <a:extLst>
              <a:ext uri="{FF2B5EF4-FFF2-40B4-BE49-F238E27FC236}">
                <a16:creationId xmlns:a16="http://schemas.microsoft.com/office/drawing/2014/main" id="{081AF39F-C67C-EAFB-7DBA-79CD6846DCED}"/>
              </a:ext>
            </a:extLst>
          </p:cNvPr>
          <p:cNvSpPr/>
          <p:nvPr/>
        </p:nvSpPr>
        <p:spPr>
          <a:xfrm>
            <a:off x="1913338" y="5093993"/>
            <a:ext cx="1314531" cy="1314531"/>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4" name="Elipse 167">
            <a:extLst>
              <a:ext uri="{FF2B5EF4-FFF2-40B4-BE49-F238E27FC236}">
                <a16:creationId xmlns:a16="http://schemas.microsoft.com/office/drawing/2014/main" id="{F57C8515-03FD-724A-C237-06F611F355D8}"/>
              </a:ext>
            </a:extLst>
          </p:cNvPr>
          <p:cNvSpPr/>
          <p:nvPr/>
        </p:nvSpPr>
        <p:spPr>
          <a:xfrm rot="5400000">
            <a:off x="1585634" y="3034671"/>
            <a:ext cx="222570" cy="222570"/>
          </a:xfrm>
          <a:prstGeom prst="ellipse">
            <a:avLst/>
          </a:prstGeom>
          <a:solidFill>
            <a:srgbClr val="FFFF00"/>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65" name="TextBox 64">
            <a:extLst>
              <a:ext uri="{FF2B5EF4-FFF2-40B4-BE49-F238E27FC236}">
                <a16:creationId xmlns:a16="http://schemas.microsoft.com/office/drawing/2014/main" id="{178ECB55-74CE-734B-245C-B5102E1D2350}"/>
              </a:ext>
            </a:extLst>
          </p:cNvPr>
          <p:cNvSpPr txBox="1"/>
          <p:nvPr/>
        </p:nvSpPr>
        <p:spPr>
          <a:xfrm>
            <a:off x="1039654" y="3526222"/>
            <a:ext cx="1314531" cy="276999"/>
          </a:xfrm>
          <a:prstGeom prst="rect">
            <a:avLst/>
          </a:prstGeom>
          <a:solidFill>
            <a:srgbClr val="FFFFFF">
              <a:alpha val="69804"/>
            </a:srgbClr>
          </a:solidFill>
        </p:spPr>
        <p:txBody>
          <a:bodyPr wrap="square" lIns="0" tIns="0" rIns="0" bIns="0" rtlCol="0" anchor="b">
            <a:normAutofit/>
          </a:bodyPr>
          <a:lstStyle/>
          <a:p>
            <a:pPr algn="ctr"/>
            <a:r>
              <a:rPr lang="pt-BR" b="1" dirty="0"/>
              <a:t>LEFT-CREASE</a:t>
            </a:r>
            <a:endParaRPr lang="en-US" b="1" dirty="0"/>
          </a:p>
        </p:txBody>
      </p:sp>
      <p:sp>
        <p:nvSpPr>
          <p:cNvPr id="66" name="Retângulo 63">
            <a:extLst>
              <a:ext uri="{FF2B5EF4-FFF2-40B4-BE49-F238E27FC236}">
                <a16:creationId xmlns:a16="http://schemas.microsoft.com/office/drawing/2014/main" id="{385FDE82-BA38-A34A-07E0-5E696A97BBCA}"/>
              </a:ext>
            </a:extLst>
          </p:cNvPr>
          <p:cNvSpPr/>
          <p:nvPr/>
        </p:nvSpPr>
        <p:spPr>
          <a:xfrm>
            <a:off x="1039654" y="2488691"/>
            <a:ext cx="1314531" cy="1314531"/>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7" name="Elipse 167">
            <a:extLst>
              <a:ext uri="{FF2B5EF4-FFF2-40B4-BE49-F238E27FC236}">
                <a16:creationId xmlns:a16="http://schemas.microsoft.com/office/drawing/2014/main" id="{9BBE42B7-7474-E7F4-AF45-5FDA2421BFD7}"/>
              </a:ext>
            </a:extLst>
          </p:cNvPr>
          <p:cNvSpPr/>
          <p:nvPr/>
        </p:nvSpPr>
        <p:spPr>
          <a:xfrm rot="5400000">
            <a:off x="7357267" y="3034670"/>
            <a:ext cx="222570" cy="222570"/>
          </a:xfrm>
          <a:prstGeom prst="ellipse">
            <a:avLst/>
          </a:prstGeom>
          <a:solidFill>
            <a:srgbClr val="FFFF00"/>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68" name="TextBox 67">
            <a:extLst>
              <a:ext uri="{FF2B5EF4-FFF2-40B4-BE49-F238E27FC236}">
                <a16:creationId xmlns:a16="http://schemas.microsoft.com/office/drawing/2014/main" id="{E934A22D-C864-DF04-2CB5-1E5BB8D863E7}"/>
              </a:ext>
            </a:extLst>
          </p:cNvPr>
          <p:cNvSpPr txBox="1"/>
          <p:nvPr/>
        </p:nvSpPr>
        <p:spPr>
          <a:xfrm>
            <a:off x="6811287" y="3526221"/>
            <a:ext cx="1314531" cy="276999"/>
          </a:xfrm>
          <a:prstGeom prst="rect">
            <a:avLst/>
          </a:prstGeom>
          <a:solidFill>
            <a:srgbClr val="FFFFFF">
              <a:alpha val="69804"/>
            </a:srgbClr>
          </a:solidFill>
        </p:spPr>
        <p:txBody>
          <a:bodyPr wrap="square" lIns="0" tIns="0" rIns="0" bIns="0" rtlCol="0" anchor="b">
            <a:normAutofit fontScale="92500"/>
          </a:bodyPr>
          <a:lstStyle/>
          <a:p>
            <a:pPr algn="ctr"/>
            <a:r>
              <a:rPr lang="pt-BR" b="1" dirty="0"/>
              <a:t>RIGHT-CREASE</a:t>
            </a:r>
            <a:endParaRPr lang="en-US" b="1" dirty="0"/>
          </a:p>
        </p:txBody>
      </p:sp>
      <p:sp>
        <p:nvSpPr>
          <p:cNvPr id="69" name="Retângulo 63">
            <a:extLst>
              <a:ext uri="{FF2B5EF4-FFF2-40B4-BE49-F238E27FC236}">
                <a16:creationId xmlns:a16="http://schemas.microsoft.com/office/drawing/2014/main" id="{5E171DD2-E4AC-1264-7248-A8A458D4F5B8}"/>
              </a:ext>
            </a:extLst>
          </p:cNvPr>
          <p:cNvSpPr/>
          <p:nvPr/>
        </p:nvSpPr>
        <p:spPr>
          <a:xfrm>
            <a:off x="6811287" y="2488690"/>
            <a:ext cx="1314531" cy="1314531"/>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0" name="Elipse 167">
            <a:extLst>
              <a:ext uri="{FF2B5EF4-FFF2-40B4-BE49-F238E27FC236}">
                <a16:creationId xmlns:a16="http://schemas.microsoft.com/office/drawing/2014/main" id="{E3090B27-2F5E-265E-07B0-FAD97F8737B7}"/>
              </a:ext>
            </a:extLst>
          </p:cNvPr>
          <p:cNvSpPr/>
          <p:nvPr/>
        </p:nvSpPr>
        <p:spPr>
          <a:xfrm rot="5400000">
            <a:off x="2936766" y="3961536"/>
            <a:ext cx="222570" cy="222570"/>
          </a:xfrm>
          <a:prstGeom prst="ellipse">
            <a:avLst/>
          </a:prstGeom>
          <a:solidFill>
            <a:srgbClr val="FFFF00"/>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71" name="TextBox 70">
            <a:extLst>
              <a:ext uri="{FF2B5EF4-FFF2-40B4-BE49-F238E27FC236}">
                <a16:creationId xmlns:a16="http://schemas.microsoft.com/office/drawing/2014/main" id="{501DC988-1080-C661-5426-2457BBC7C734}"/>
              </a:ext>
            </a:extLst>
          </p:cNvPr>
          <p:cNvSpPr txBox="1"/>
          <p:nvPr/>
        </p:nvSpPr>
        <p:spPr>
          <a:xfrm>
            <a:off x="2390786" y="4453087"/>
            <a:ext cx="1314531" cy="276999"/>
          </a:xfrm>
          <a:prstGeom prst="rect">
            <a:avLst/>
          </a:prstGeom>
          <a:solidFill>
            <a:srgbClr val="FFFFFF">
              <a:alpha val="69804"/>
            </a:srgbClr>
          </a:solidFill>
        </p:spPr>
        <p:txBody>
          <a:bodyPr wrap="square" lIns="0" tIns="0" rIns="0" bIns="0" rtlCol="0" anchor="b">
            <a:normAutofit fontScale="85000" lnSpcReduction="10000"/>
          </a:bodyPr>
          <a:lstStyle/>
          <a:p>
            <a:pPr algn="ctr"/>
            <a:r>
              <a:rPr lang="pt-BR" b="1" dirty="0"/>
              <a:t>LEFT-AREA-ARC</a:t>
            </a:r>
            <a:endParaRPr lang="en-US" b="1" dirty="0"/>
          </a:p>
        </p:txBody>
      </p:sp>
      <p:sp>
        <p:nvSpPr>
          <p:cNvPr id="72" name="Retângulo 63">
            <a:extLst>
              <a:ext uri="{FF2B5EF4-FFF2-40B4-BE49-F238E27FC236}">
                <a16:creationId xmlns:a16="http://schemas.microsoft.com/office/drawing/2014/main" id="{63B9C2A8-4925-2610-1A4A-707C258956CA}"/>
              </a:ext>
            </a:extLst>
          </p:cNvPr>
          <p:cNvSpPr/>
          <p:nvPr/>
        </p:nvSpPr>
        <p:spPr>
          <a:xfrm>
            <a:off x="2390786" y="3415556"/>
            <a:ext cx="1314531" cy="1314531"/>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3" name="Elipse 167">
            <a:extLst>
              <a:ext uri="{FF2B5EF4-FFF2-40B4-BE49-F238E27FC236}">
                <a16:creationId xmlns:a16="http://schemas.microsoft.com/office/drawing/2014/main" id="{5C7BFBE2-6C1E-8334-273E-D78452AEBA41}"/>
              </a:ext>
            </a:extLst>
          </p:cNvPr>
          <p:cNvSpPr/>
          <p:nvPr/>
        </p:nvSpPr>
        <p:spPr>
          <a:xfrm rot="5400000">
            <a:off x="6000726" y="3964005"/>
            <a:ext cx="222570" cy="222570"/>
          </a:xfrm>
          <a:prstGeom prst="ellipse">
            <a:avLst/>
          </a:prstGeom>
          <a:solidFill>
            <a:srgbClr val="FFFF00"/>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74" name="TextBox 73">
            <a:extLst>
              <a:ext uri="{FF2B5EF4-FFF2-40B4-BE49-F238E27FC236}">
                <a16:creationId xmlns:a16="http://schemas.microsoft.com/office/drawing/2014/main" id="{D7F78E9C-4DAF-EAE2-6DC6-721A705B3AFB}"/>
              </a:ext>
            </a:extLst>
          </p:cNvPr>
          <p:cNvSpPr txBox="1"/>
          <p:nvPr/>
        </p:nvSpPr>
        <p:spPr>
          <a:xfrm>
            <a:off x="5454746" y="4455556"/>
            <a:ext cx="1314531" cy="276999"/>
          </a:xfrm>
          <a:prstGeom prst="rect">
            <a:avLst/>
          </a:prstGeom>
          <a:solidFill>
            <a:srgbClr val="FFFFFF">
              <a:alpha val="69804"/>
            </a:srgbClr>
          </a:solidFill>
        </p:spPr>
        <p:txBody>
          <a:bodyPr wrap="square" lIns="0" tIns="0" rIns="0" bIns="0" rtlCol="0" anchor="b">
            <a:normAutofit fontScale="77500" lnSpcReduction="20000"/>
          </a:bodyPr>
          <a:lstStyle/>
          <a:p>
            <a:pPr algn="ctr"/>
            <a:r>
              <a:rPr lang="pt-BR" b="1" dirty="0"/>
              <a:t>RIGHT-AREA-ARC</a:t>
            </a:r>
            <a:endParaRPr lang="en-US" b="1" dirty="0"/>
          </a:p>
        </p:txBody>
      </p:sp>
      <p:sp>
        <p:nvSpPr>
          <p:cNvPr id="75" name="Retângulo 63">
            <a:extLst>
              <a:ext uri="{FF2B5EF4-FFF2-40B4-BE49-F238E27FC236}">
                <a16:creationId xmlns:a16="http://schemas.microsoft.com/office/drawing/2014/main" id="{0BAC1CB0-4B38-B0DA-3AE8-727047CA11FE}"/>
              </a:ext>
            </a:extLst>
          </p:cNvPr>
          <p:cNvSpPr/>
          <p:nvPr/>
        </p:nvSpPr>
        <p:spPr>
          <a:xfrm>
            <a:off x="5454746" y="3418025"/>
            <a:ext cx="1314531" cy="1314531"/>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6" name="Elipse 167">
            <a:extLst>
              <a:ext uri="{FF2B5EF4-FFF2-40B4-BE49-F238E27FC236}">
                <a16:creationId xmlns:a16="http://schemas.microsoft.com/office/drawing/2014/main" id="{D151FE0F-7DF1-6040-8C5F-40D865A9895A}"/>
              </a:ext>
            </a:extLst>
          </p:cNvPr>
          <p:cNvSpPr/>
          <p:nvPr/>
        </p:nvSpPr>
        <p:spPr>
          <a:xfrm rot="5400000">
            <a:off x="4460714" y="1004719"/>
            <a:ext cx="222570" cy="222570"/>
          </a:xfrm>
          <a:prstGeom prst="ellipse">
            <a:avLst/>
          </a:prstGeom>
          <a:solidFill>
            <a:srgbClr val="FFFF00"/>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77" name="TextBox 76">
            <a:extLst>
              <a:ext uri="{FF2B5EF4-FFF2-40B4-BE49-F238E27FC236}">
                <a16:creationId xmlns:a16="http://schemas.microsoft.com/office/drawing/2014/main" id="{7FB6B51A-E796-72D4-1B2A-1AD45809E1E7}"/>
              </a:ext>
            </a:extLst>
          </p:cNvPr>
          <p:cNvSpPr txBox="1"/>
          <p:nvPr/>
        </p:nvSpPr>
        <p:spPr>
          <a:xfrm>
            <a:off x="3914734" y="1496270"/>
            <a:ext cx="1314531" cy="276999"/>
          </a:xfrm>
          <a:prstGeom prst="rect">
            <a:avLst/>
          </a:prstGeom>
          <a:solidFill>
            <a:srgbClr val="FFFFFF">
              <a:alpha val="69804"/>
            </a:srgbClr>
          </a:solidFill>
        </p:spPr>
        <p:txBody>
          <a:bodyPr wrap="square" lIns="0" tIns="0" rIns="0" bIns="0" rtlCol="0" anchor="b">
            <a:normAutofit/>
          </a:bodyPr>
          <a:lstStyle/>
          <a:p>
            <a:pPr algn="ctr"/>
            <a:r>
              <a:rPr lang="pt-BR" b="1" dirty="0"/>
              <a:t>CENTER-TOP</a:t>
            </a:r>
            <a:endParaRPr lang="en-US" b="1" dirty="0"/>
          </a:p>
        </p:txBody>
      </p:sp>
      <p:sp>
        <p:nvSpPr>
          <p:cNvPr id="78" name="Retângulo 63">
            <a:extLst>
              <a:ext uri="{FF2B5EF4-FFF2-40B4-BE49-F238E27FC236}">
                <a16:creationId xmlns:a16="http://schemas.microsoft.com/office/drawing/2014/main" id="{DF24184A-C1F4-92BD-4E8A-AC59E179D867}"/>
              </a:ext>
            </a:extLst>
          </p:cNvPr>
          <p:cNvSpPr/>
          <p:nvPr/>
        </p:nvSpPr>
        <p:spPr>
          <a:xfrm>
            <a:off x="3914734" y="458739"/>
            <a:ext cx="1314531" cy="1314531"/>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9" name="Elipse 167">
            <a:extLst>
              <a:ext uri="{FF2B5EF4-FFF2-40B4-BE49-F238E27FC236}">
                <a16:creationId xmlns:a16="http://schemas.microsoft.com/office/drawing/2014/main" id="{9C3F5AAC-F97A-7B9A-DD9E-5EFE16624F9C}"/>
              </a:ext>
            </a:extLst>
          </p:cNvPr>
          <p:cNvSpPr/>
          <p:nvPr/>
        </p:nvSpPr>
        <p:spPr>
          <a:xfrm rot="5400000">
            <a:off x="4460714" y="5639973"/>
            <a:ext cx="222570" cy="222570"/>
          </a:xfrm>
          <a:prstGeom prst="ellipse">
            <a:avLst/>
          </a:prstGeom>
          <a:solidFill>
            <a:srgbClr val="FFFF00"/>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80" name="TextBox 79">
            <a:extLst>
              <a:ext uri="{FF2B5EF4-FFF2-40B4-BE49-F238E27FC236}">
                <a16:creationId xmlns:a16="http://schemas.microsoft.com/office/drawing/2014/main" id="{A57DCB29-BE04-C0F5-8EDD-A50A96022CC7}"/>
              </a:ext>
            </a:extLst>
          </p:cNvPr>
          <p:cNvSpPr txBox="1"/>
          <p:nvPr/>
        </p:nvSpPr>
        <p:spPr>
          <a:xfrm>
            <a:off x="3914734" y="6131524"/>
            <a:ext cx="1314531" cy="276999"/>
          </a:xfrm>
          <a:prstGeom prst="rect">
            <a:avLst/>
          </a:prstGeom>
          <a:solidFill>
            <a:srgbClr val="FFFFFF">
              <a:alpha val="69804"/>
            </a:srgbClr>
          </a:solidFill>
        </p:spPr>
        <p:txBody>
          <a:bodyPr wrap="square" lIns="0" tIns="0" rIns="0" bIns="0" rtlCol="0" anchor="b">
            <a:normAutofit fontScale="77500" lnSpcReduction="20000"/>
          </a:bodyPr>
          <a:lstStyle/>
          <a:p>
            <a:pPr algn="ctr"/>
            <a:r>
              <a:rPr lang="pt-BR" b="1" dirty="0"/>
              <a:t>CENTER-BOTTOM</a:t>
            </a:r>
            <a:endParaRPr lang="en-US" b="1" dirty="0"/>
          </a:p>
        </p:txBody>
      </p:sp>
      <p:sp>
        <p:nvSpPr>
          <p:cNvPr id="81" name="Retângulo 63">
            <a:extLst>
              <a:ext uri="{FF2B5EF4-FFF2-40B4-BE49-F238E27FC236}">
                <a16:creationId xmlns:a16="http://schemas.microsoft.com/office/drawing/2014/main" id="{A268239C-7A07-78C3-8999-C26958562387}"/>
              </a:ext>
            </a:extLst>
          </p:cNvPr>
          <p:cNvSpPr/>
          <p:nvPr/>
        </p:nvSpPr>
        <p:spPr>
          <a:xfrm>
            <a:off x="3914734" y="5093993"/>
            <a:ext cx="1314531" cy="1314531"/>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0626685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5A27C892-1289-2C1D-5DED-4037C026610C}"/>
              </a:ext>
            </a:extLst>
          </p:cNvPr>
          <p:cNvGrpSpPr/>
          <p:nvPr/>
        </p:nvGrpSpPr>
        <p:grpSpPr>
          <a:xfrm>
            <a:off x="771941" y="1106742"/>
            <a:ext cx="7600117" cy="4644516"/>
            <a:chOff x="1331640" y="1448780"/>
            <a:chExt cx="6480720" cy="3960440"/>
          </a:xfrm>
        </p:grpSpPr>
        <p:sp>
          <p:nvSpPr>
            <p:cNvPr id="2" name="Rectangle 1">
              <a:extLst>
                <a:ext uri="{FF2B5EF4-FFF2-40B4-BE49-F238E27FC236}">
                  <a16:creationId xmlns:a16="http://schemas.microsoft.com/office/drawing/2014/main" id="{F05F2096-BB6C-C37D-8D36-F354373EE191}"/>
                </a:ext>
              </a:extLst>
            </p:cNvPr>
            <p:cNvSpPr/>
            <p:nvPr/>
          </p:nvSpPr>
          <p:spPr>
            <a:xfrm>
              <a:off x="1331640" y="1448780"/>
              <a:ext cx="6480720" cy="3960440"/>
            </a:xfrm>
            <a:prstGeom prst="rect">
              <a:avLst/>
            </a:prstGeom>
            <a:solidFill>
              <a:srgbClr val="00B050"/>
            </a:solidFill>
            <a:ln w="76200">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cxnSp>
          <p:nvCxnSpPr>
            <p:cNvPr id="6" name="Straight Connector 5">
              <a:extLst>
                <a:ext uri="{FF2B5EF4-FFF2-40B4-BE49-F238E27FC236}">
                  <a16:creationId xmlns:a16="http://schemas.microsoft.com/office/drawing/2014/main" id="{A33FCFC2-8029-AA21-D2C3-70F35BB6BC48}"/>
                </a:ext>
              </a:extLst>
            </p:cNvPr>
            <p:cNvCxnSpPr>
              <a:stCxn id="2" idx="0"/>
              <a:endCxn id="2" idx="2"/>
            </p:cNvCxnSpPr>
            <p:nvPr/>
          </p:nvCxnSpPr>
          <p:spPr>
            <a:xfrm>
              <a:off x="4572000" y="1448780"/>
              <a:ext cx="0" cy="396044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17BCA2CD-EA62-1CCC-9901-407EE755BC7B}"/>
                </a:ext>
              </a:extLst>
            </p:cNvPr>
            <p:cNvCxnSpPr>
              <a:cxnSpLocks/>
            </p:cNvCxnSpPr>
            <p:nvPr/>
          </p:nvCxnSpPr>
          <p:spPr>
            <a:xfrm>
              <a:off x="3779912" y="2132856"/>
              <a:ext cx="1584176" cy="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2E9454C-71C4-BCA6-F7E9-FD8554D5B4EC}"/>
                </a:ext>
              </a:extLst>
            </p:cNvPr>
            <p:cNvCxnSpPr>
              <a:cxnSpLocks/>
            </p:cNvCxnSpPr>
            <p:nvPr/>
          </p:nvCxnSpPr>
          <p:spPr>
            <a:xfrm>
              <a:off x="3779912" y="4653136"/>
              <a:ext cx="1584176" cy="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Flowchart: Delay 11">
              <a:extLst>
                <a:ext uri="{FF2B5EF4-FFF2-40B4-BE49-F238E27FC236}">
                  <a16:creationId xmlns:a16="http://schemas.microsoft.com/office/drawing/2014/main" id="{A0748826-AD80-CF36-9925-4212D43E4ED2}"/>
                </a:ext>
              </a:extLst>
            </p:cNvPr>
            <p:cNvSpPr/>
            <p:nvPr/>
          </p:nvSpPr>
          <p:spPr>
            <a:xfrm>
              <a:off x="1331640" y="2386610"/>
              <a:ext cx="2088230" cy="2088232"/>
            </a:xfrm>
            <a:prstGeom prst="flowChartDelay">
              <a:avLst/>
            </a:prstGeom>
            <a:solidFill>
              <a:srgbClr val="00B050"/>
            </a:solidFill>
            <a:ln w="76200">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626D24F7-D81C-547D-F650-ACA4CD121106}"/>
                </a:ext>
              </a:extLst>
            </p:cNvPr>
            <p:cNvSpPr/>
            <p:nvPr/>
          </p:nvSpPr>
          <p:spPr>
            <a:xfrm>
              <a:off x="2051720" y="3032956"/>
              <a:ext cx="792087" cy="792088"/>
            </a:xfrm>
            <a:prstGeom prst="ellipse">
              <a:avLst/>
            </a:prstGeom>
            <a:solidFill>
              <a:srgbClr val="00B050"/>
            </a:solidFill>
            <a:ln w="76200">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5" name="Flowchart: Delay 14">
              <a:extLst>
                <a:ext uri="{FF2B5EF4-FFF2-40B4-BE49-F238E27FC236}">
                  <a16:creationId xmlns:a16="http://schemas.microsoft.com/office/drawing/2014/main" id="{D4C16E91-DC7F-0B8D-3CFB-F2F0B02920E5}"/>
                </a:ext>
              </a:extLst>
            </p:cNvPr>
            <p:cNvSpPr/>
            <p:nvPr/>
          </p:nvSpPr>
          <p:spPr>
            <a:xfrm flipH="1">
              <a:off x="5724129" y="2384884"/>
              <a:ext cx="2088231" cy="2088232"/>
            </a:xfrm>
            <a:prstGeom prst="flowChartDelay">
              <a:avLst/>
            </a:prstGeom>
            <a:solidFill>
              <a:srgbClr val="00B050"/>
            </a:solidFill>
            <a:ln w="76200">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DB304F5E-CA73-259E-549D-3925CBFCB27E}"/>
                </a:ext>
              </a:extLst>
            </p:cNvPr>
            <p:cNvSpPr/>
            <p:nvPr/>
          </p:nvSpPr>
          <p:spPr>
            <a:xfrm>
              <a:off x="6300193" y="3032956"/>
              <a:ext cx="792087" cy="792088"/>
            </a:xfrm>
            <a:prstGeom prst="ellipse">
              <a:avLst/>
            </a:prstGeom>
            <a:solidFill>
              <a:srgbClr val="00B050"/>
            </a:solidFill>
            <a:ln w="76200">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grpSp>
      <p:sp>
        <p:nvSpPr>
          <p:cNvPr id="18" name="Elipse 167">
            <a:extLst>
              <a:ext uri="{FF2B5EF4-FFF2-40B4-BE49-F238E27FC236}">
                <a16:creationId xmlns:a16="http://schemas.microsoft.com/office/drawing/2014/main" id="{EC9F1CBD-3BA0-41C8-50F3-C825F3615837}"/>
              </a:ext>
            </a:extLst>
          </p:cNvPr>
          <p:cNvSpPr/>
          <p:nvPr/>
        </p:nvSpPr>
        <p:spPr>
          <a:xfrm rot="5400000">
            <a:off x="3557209" y="1793171"/>
            <a:ext cx="222570" cy="222570"/>
          </a:xfrm>
          <a:prstGeom prst="ellipse">
            <a:avLst/>
          </a:prstGeom>
          <a:solidFill>
            <a:srgbClr val="FFFF00"/>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EEA72A14-34AE-4631-5EEB-C454FE303870}"/>
              </a:ext>
            </a:extLst>
          </p:cNvPr>
          <p:cNvSpPr txBox="1"/>
          <p:nvPr/>
        </p:nvSpPr>
        <p:spPr>
          <a:xfrm>
            <a:off x="3011229" y="2284722"/>
            <a:ext cx="1314531" cy="276999"/>
          </a:xfrm>
          <a:prstGeom prst="rect">
            <a:avLst/>
          </a:prstGeom>
          <a:solidFill>
            <a:srgbClr val="FFFFFF">
              <a:alpha val="69804"/>
            </a:srgbClr>
          </a:solidFill>
        </p:spPr>
        <p:txBody>
          <a:bodyPr wrap="square" lIns="0" tIns="0" rIns="0" bIns="0" rtlCol="0" anchor="b">
            <a:normAutofit fontScale="85000" lnSpcReduction="10000"/>
          </a:bodyPr>
          <a:lstStyle/>
          <a:p>
            <a:pPr algn="ctr"/>
            <a:r>
              <a:rPr lang="pt-BR" b="1" dirty="0"/>
              <a:t>LEFT-WING-TOP</a:t>
            </a:r>
            <a:endParaRPr lang="en-US" b="1" dirty="0"/>
          </a:p>
        </p:txBody>
      </p:sp>
      <p:sp>
        <p:nvSpPr>
          <p:cNvPr id="20" name="Retângulo 63">
            <a:extLst>
              <a:ext uri="{FF2B5EF4-FFF2-40B4-BE49-F238E27FC236}">
                <a16:creationId xmlns:a16="http://schemas.microsoft.com/office/drawing/2014/main" id="{D429D883-B06A-42C9-90CD-417135B282FF}"/>
              </a:ext>
            </a:extLst>
          </p:cNvPr>
          <p:cNvSpPr/>
          <p:nvPr/>
        </p:nvSpPr>
        <p:spPr>
          <a:xfrm>
            <a:off x="3011229" y="1247191"/>
            <a:ext cx="1314531" cy="1314531"/>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 name="Elipse 167">
            <a:extLst>
              <a:ext uri="{FF2B5EF4-FFF2-40B4-BE49-F238E27FC236}">
                <a16:creationId xmlns:a16="http://schemas.microsoft.com/office/drawing/2014/main" id="{A8C75C1E-D257-4800-3667-D12C5DF6B3FE}"/>
              </a:ext>
            </a:extLst>
          </p:cNvPr>
          <p:cNvSpPr/>
          <p:nvPr/>
        </p:nvSpPr>
        <p:spPr>
          <a:xfrm rot="5400000">
            <a:off x="5385693" y="1793171"/>
            <a:ext cx="222570" cy="222570"/>
          </a:xfrm>
          <a:prstGeom prst="ellipse">
            <a:avLst/>
          </a:prstGeom>
          <a:solidFill>
            <a:srgbClr val="FFFF00"/>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B280FFE-5CDC-2BBD-1E3D-F4541B3C7AA6}"/>
              </a:ext>
            </a:extLst>
          </p:cNvPr>
          <p:cNvSpPr txBox="1"/>
          <p:nvPr/>
        </p:nvSpPr>
        <p:spPr>
          <a:xfrm>
            <a:off x="4839713" y="2284722"/>
            <a:ext cx="1314531" cy="276999"/>
          </a:xfrm>
          <a:prstGeom prst="rect">
            <a:avLst/>
          </a:prstGeom>
          <a:solidFill>
            <a:srgbClr val="FFFFFF">
              <a:alpha val="69804"/>
            </a:srgbClr>
          </a:solidFill>
        </p:spPr>
        <p:txBody>
          <a:bodyPr wrap="square" lIns="0" tIns="0" rIns="0" bIns="0" rtlCol="0" anchor="b">
            <a:normAutofit fontScale="77500" lnSpcReduction="20000"/>
          </a:bodyPr>
          <a:lstStyle/>
          <a:p>
            <a:pPr algn="ctr"/>
            <a:r>
              <a:rPr lang="pt-BR" b="1" dirty="0"/>
              <a:t>RIGHT-WING-TOP</a:t>
            </a:r>
            <a:endParaRPr lang="en-US" b="1" dirty="0"/>
          </a:p>
        </p:txBody>
      </p:sp>
      <p:sp>
        <p:nvSpPr>
          <p:cNvPr id="5" name="Retângulo 63">
            <a:extLst>
              <a:ext uri="{FF2B5EF4-FFF2-40B4-BE49-F238E27FC236}">
                <a16:creationId xmlns:a16="http://schemas.microsoft.com/office/drawing/2014/main" id="{6A61B0F8-4A40-BCFF-F1F8-9F08F07CBD8C}"/>
              </a:ext>
            </a:extLst>
          </p:cNvPr>
          <p:cNvSpPr/>
          <p:nvPr/>
        </p:nvSpPr>
        <p:spPr>
          <a:xfrm>
            <a:off x="4839713" y="1247191"/>
            <a:ext cx="1314531" cy="1314531"/>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 name="Elipse 167">
            <a:extLst>
              <a:ext uri="{FF2B5EF4-FFF2-40B4-BE49-F238E27FC236}">
                <a16:creationId xmlns:a16="http://schemas.microsoft.com/office/drawing/2014/main" id="{47AB0381-C6C4-AC5E-83A7-ECFCA152EA4C}"/>
              </a:ext>
            </a:extLst>
          </p:cNvPr>
          <p:cNvSpPr/>
          <p:nvPr/>
        </p:nvSpPr>
        <p:spPr>
          <a:xfrm rot="5400000">
            <a:off x="3557209" y="4753292"/>
            <a:ext cx="222570" cy="222570"/>
          </a:xfrm>
          <a:prstGeom prst="ellipse">
            <a:avLst/>
          </a:prstGeom>
          <a:solidFill>
            <a:srgbClr val="FFFF00"/>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14778A1-9951-ECCA-ADD6-9DD6CB520174}"/>
              </a:ext>
            </a:extLst>
          </p:cNvPr>
          <p:cNvSpPr txBox="1"/>
          <p:nvPr/>
        </p:nvSpPr>
        <p:spPr>
          <a:xfrm>
            <a:off x="3011229" y="5244843"/>
            <a:ext cx="1314531" cy="276999"/>
          </a:xfrm>
          <a:prstGeom prst="rect">
            <a:avLst/>
          </a:prstGeom>
          <a:solidFill>
            <a:srgbClr val="FFFFFF">
              <a:alpha val="69804"/>
            </a:srgbClr>
          </a:solidFill>
        </p:spPr>
        <p:txBody>
          <a:bodyPr wrap="square" lIns="0" tIns="0" rIns="0" bIns="0" rtlCol="0" anchor="b">
            <a:normAutofit fontScale="62500" lnSpcReduction="20000"/>
          </a:bodyPr>
          <a:lstStyle/>
          <a:p>
            <a:pPr algn="ctr"/>
            <a:r>
              <a:rPr lang="pt-BR" b="1" dirty="0"/>
              <a:t>LEFT-WING-BOTTOM</a:t>
            </a:r>
            <a:endParaRPr lang="en-US" b="1" dirty="0"/>
          </a:p>
        </p:txBody>
      </p:sp>
      <p:sp>
        <p:nvSpPr>
          <p:cNvPr id="10" name="Retângulo 63">
            <a:extLst>
              <a:ext uri="{FF2B5EF4-FFF2-40B4-BE49-F238E27FC236}">
                <a16:creationId xmlns:a16="http://schemas.microsoft.com/office/drawing/2014/main" id="{9DAD461D-C9E0-2B64-77F0-4F411C88712C}"/>
              </a:ext>
            </a:extLst>
          </p:cNvPr>
          <p:cNvSpPr/>
          <p:nvPr/>
        </p:nvSpPr>
        <p:spPr>
          <a:xfrm>
            <a:off x="3011229" y="4207312"/>
            <a:ext cx="1314531" cy="1314531"/>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Elipse 167">
            <a:extLst>
              <a:ext uri="{FF2B5EF4-FFF2-40B4-BE49-F238E27FC236}">
                <a16:creationId xmlns:a16="http://schemas.microsoft.com/office/drawing/2014/main" id="{D4CC0A0C-2BEC-2ACC-2833-9A099A229298}"/>
              </a:ext>
            </a:extLst>
          </p:cNvPr>
          <p:cNvSpPr/>
          <p:nvPr/>
        </p:nvSpPr>
        <p:spPr>
          <a:xfrm rot="5400000">
            <a:off x="5391617" y="4753292"/>
            <a:ext cx="222570" cy="222570"/>
          </a:xfrm>
          <a:prstGeom prst="ellipse">
            <a:avLst/>
          </a:prstGeom>
          <a:solidFill>
            <a:srgbClr val="FFFF00"/>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EA6C1168-F051-6651-7E90-7143521EAA80}"/>
              </a:ext>
            </a:extLst>
          </p:cNvPr>
          <p:cNvSpPr txBox="1"/>
          <p:nvPr/>
        </p:nvSpPr>
        <p:spPr>
          <a:xfrm>
            <a:off x="4845637" y="5244843"/>
            <a:ext cx="1314531" cy="276999"/>
          </a:xfrm>
          <a:prstGeom prst="rect">
            <a:avLst/>
          </a:prstGeom>
          <a:solidFill>
            <a:srgbClr val="FFFFFF">
              <a:alpha val="69804"/>
            </a:srgbClr>
          </a:solidFill>
        </p:spPr>
        <p:txBody>
          <a:bodyPr wrap="square" lIns="0" tIns="0" rIns="0" bIns="0" rtlCol="0" anchor="b">
            <a:normAutofit/>
          </a:bodyPr>
          <a:lstStyle/>
          <a:p>
            <a:pPr algn="ctr"/>
            <a:r>
              <a:rPr lang="pt-BR" sz="1000" b="1" dirty="0"/>
              <a:t>RIGHT-WING-BOTTOM</a:t>
            </a:r>
            <a:endParaRPr lang="en-US" sz="1000" b="1" dirty="0"/>
          </a:p>
        </p:txBody>
      </p:sp>
      <p:sp>
        <p:nvSpPr>
          <p:cNvPr id="21" name="Retângulo 63">
            <a:extLst>
              <a:ext uri="{FF2B5EF4-FFF2-40B4-BE49-F238E27FC236}">
                <a16:creationId xmlns:a16="http://schemas.microsoft.com/office/drawing/2014/main" id="{099B6439-7E48-58F6-9C63-82E8A9102B0F}"/>
              </a:ext>
            </a:extLst>
          </p:cNvPr>
          <p:cNvSpPr/>
          <p:nvPr/>
        </p:nvSpPr>
        <p:spPr>
          <a:xfrm>
            <a:off x="4845637" y="4207312"/>
            <a:ext cx="1314531" cy="1314531"/>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3" name="TextBox 22">
            <a:extLst>
              <a:ext uri="{FF2B5EF4-FFF2-40B4-BE49-F238E27FC236}">
                <a16:creationId xmlns:a16="http://schemas.microsoft.com/office/drawing/2014/main" id="{C7C6548A-D0D3-B00D-7C3E-EE3F0DE77708}"/>
              </a:ext>
            </a:extLst>
          </p:cNvPr>
          <p:cNvSpPr txBox="1"/>
          <p:nvPr/>
        </p:nvSpPr>
        <p:spPr>
          <a:xfrm>
            <a:off x="881205" y="5033086"/>
            <a:ext cx="1314531" cy="276999"/>
          </a:xfrm>
          <a:prstGeom prst="rect">
            <a:avLst/>
          </a:prstGeom>
          <a:solidFill>
            <a:srgbClr val="FFFFFF">
              <a:alpha val="69804"/>
            </a:srgbClr>
          </a:solidFill>
        </p:spPr>
        <p:txBody>
          <a:bodyPr wrap="square" lIns="0" tIns="0" rIns="0" bIns="0" rtlCol="0" anchor="b">
            <a:normAutofit fontScale="85000" lnSpcReduction="10000"/>
          </a:bodyPr>
          <a:lstStyle/>
          <a:p>
            <a:pPr algn="ctr"/>
            <a:r>
              <a:rPr lang="pt-BR" b="1" dirty="0"/>
              <a:t>LEFT-AREA-LINE</a:t>
            </a:r>
            <a:endParaRPr lang="en-US" b="1" dirty="0"/>
          </a:p>
        </p:txBody>
      </p:sp>
      <p:sp>
        <p:nvSpPr>
          <p:cNvPr id="24" name="Retângulo 63">
            <a:extLst>
              <a:ext uri="{FF2B5EF4-FFF2-40B4-BE49-F238E27FC236}">
                <a16:creationId xmlns:a16="http://schemas.microsoft.com/office/drawing/2014/main" id="{49D89860-8CFF-CA84-E14B-133EB05AA3B4}"/>
              </a:ext>
            </a:extLst>
          </p:cNvPr>
          <p:cNvSpPr/>
          <p:nvPr/>
        </p:nvSpPr>
        <p:spPr>
          <a:xfrm>
            <a:off x="881205" y="3995555"/>
            <a:ext cx="1314531" cy="1314531"/>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6" name="TextBox 25">
            <a:extLst>
              <a:ext uri="{FF2B5EF4-FFF2-40B4-BE49-F238E27FC236}">
                <a16:creationId xmlns:a16="http://schemas.microsoft.com/office/drawing/2014/main" id="{0FC92DB8-BFC9-997F-86B7-70ECE138C8F6}"/>
              </a:ext>
            </a:extLst>
          </p:cNvPr>
          <p:cNvSpPr txBox="1"/>
          <p:nvPr/>
        </p:nvSpPr>
        <p:spPr>
          <a:xfrm>
            <a:off x="6948264" y="5029239"/>
            <a:ext cx="1314531" cy="276999"/>
          </a:xfrm>
          <a:prstGeom prst="rect">
            <a:avLst/>
          </a:prstGeom>
          <a:solidFill>
            <a:srgbClr val="FFFFFF">
              <a:alpha val="69804"/>
            </a:srgbClr>
          </a:solidFill>
        </p:spPr>
        <p:txBody>
          <a:bodyPr wrap="square" lIns="0" tIns="0" rIns="0" bIns="0" rtlCol="0" anchor="b">
            <a:normAutofit fontScale="77500" lnSpcReduction="20000"/>
          </a:bodyPr>
          <a:lstStyle/>
          <a:p>
            <a:pPr algn="ctr"/>
            <a:r>
              <a:rPr lang="pt-BR" b="1" dirty="0"/>
              <a:t>RIGHT-AREA-LINE</a:t>
            </a:r>
            <a:endParaRPr lang="en-US" b="1" dirty="0"/>
          </a:p>
        </p:txBody>
      </p:sp>
      <p:sp>
        <p:nvSpPr>
          <p:cNvPr id="27" name="Retângulo 63">
            <a:extLst>
              <a:ext uri="{FF2B5EF4-FFF2-40B4-BE49-F238E27FC236}">
                <a16:creationId xmlns:a16="http://schemas.microsoft.com/office/drawing/2014/main" id="{740AA5D7-06EC-D1D2-DF43-6CC8FADCA5FF}"/>
              </a:ext>
            </a:extLst>
          </p:cNvPr>
          <p:cNvSpPr/>
          <p:nvPr/>
        </p:nvSpPr>
        <p:spPr>
          <a:xfrm>
            <a:off x="6948264" y="3991708"/>
            <a:ext cx="1314531" cy="1314531"/>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8" name="Elipse 167">
            <a:extLst>
              <a:ext uri="{FF2B5EF4-FFF2-40B4-BE49-F238E27FC236}">
                <a16:creationId xmlns:a16="http://schemas.microsoft.com/office/drawing/2014/main" id="{29DB22EC-4905-D399-4EDD-CE00736CC088}"/>
              </a:ext>
            </a:extLst>
          </p:cNvPr>
          <p:cNvSpPr/>
          <p:nvPr/>
        </p:nvSpPr>
        <p:spPr>
          <a:xfrm rot="5400000">
            <a:off x="1424927" y="4300116"/>
            <a:ext cx="222570" cy="710746"/>
          </a:xfrm>
          <a:prstGeom prst="roundRect">
            <a:avLst/>
          </a:prstGeom>
          <a:solidFill>
            <a:srgbClr val="FFFF00"/>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9" name="Elipse 167">
            <a:extLst>
              <a:ext uri="{FF2B5EF4-FFF2-40B4-BE49-F238E27FC236}">
                <a16:creationId xmlns:a16="http://schemas.microsoft.com/office/drawing/2014/main" id="{198CFB15-BB66-0CF9-5FA9-B30818255FD7}"/>
              </a:ext>
            </a:extLst>
          </p:cNvPr>
          <p:cNvSpPr/>
          <p:nvPr/>
        </p:nvSpPr>
        <p:spPr>
          <a:xfrm rot="5400000">
            <a:off x="7497666" y="4300115"/>
            <a:ext cx="222570" cy="710746"/>
          </a:xfrm>
          <a:prstGeom prst="roundRect">
            <a:avLst/>
          </a:prstGeom>
          <a:solidFill>
            <a:srgbClr val="FFFF00"/>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2" name="Elipse 167">
            <a:extLst>
              <a:ext uri="{FF2B5EF4-FFF2-40B4-BE49-F238E27FC236}">
                <a16:creationId xmlns:a16="http://schemas.microsoft.com/office/drawing/2014/main" id="{5AF2EE42-3E0D-88EB-C6A8-7B865F53FA72}"/>
              </a:ext>
            </a:extLst>
          </p:cNvPr>
          <p:cNvSpPr/>
          <p:nvPr/>
        </p:nvSpPr>
        <p:spPr>
          <a:xfrm>
            <a:off x="660655" y="2564904"/>
            <a:ext cx="222570" cy="710746"/>
          </a:xfrm>
          <a:prstGeom prst="roundRect">
            <a:avLst/>
          </a:prstGeom>
          <a:solidFill>
            <a:srgbClr val="FFFF00"/>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B2C48AB7-E061-C106-2B90-689CF97FD7AF}"/>
              </a:ext>
            </a:extLst>
          </p:cNvPr>
          <p:cNvSpPr txBox="1"/>
          <p:nvPr/>
        </p:nvSpPr>
        <p:spPr>
          <a:xfrm>
            <a:off x="114675" y="3401664"/>
            <a:ext cx="1314531" cy="276999"/>
          </a:xfrm>
          <a:prstGeom prst="rect">
            <a:avLst/>
          </a:prstGeom>
          <a:solidFill>
            <a:srgbClr val="FFFFFF">
              <a:alpha val="69804"/>
            </a:srgbClr>
          </a:solidFill>
        </p:spPr>
        <p:txBody>
          <a:bodyPr wrap="square" lIns="0" tIns="0" rIns="0" bIns="0" rtlCol="0" anchor="b">
            <a:normAutofit fontScale="92500"/>
          </a:bodyPr>
          <a:lstStyle/>
          <a:p>
            <a:pPr algn="ctr"/>
            <a:r>
              <a:rPr lang="pt-BR" b="1" dirty="0"/>
              <a:t>ENDLINE-LEFT</a:t>
            </a:r>
            <a:endParaRPr lang="en-US" b="1" dirty="0"/>
          </a:p>
        </p:txBody>
      </p:sp>
      <p:sp>
        <p:nvSpPr>
          <p:cNvPr id="30" name="Retângulo 63">
            <a:extLst>
              <a:ext uri="{FF2B5EF4-FFF2-40B4-BE49-F238E27FC236}">
                <a16:creationId xmlns:a16="http://schemas.microsoft.com/office/drawing/2014/main" id="{665E1724-D4EE-F1D0-5872-66A9C1EE92DA}"/>
              </a:ext>
            </a:extLst>
          </p:cNvPr>
          <p:cNvSpPr/>
          <p:nvPr/>
        </p:nvSpPr>
        <p:spPr>
          <a:xfrm>
            <a:off x="114675" y="2364133"/>
            <a:ext cx="1314531" cy="1314531"/>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8632298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5A27C892-1289-2C1D-5DED-4037C026610C}"/>
              </a:ext>
            </a:extLst>
          </p:cNvPr>
          <p:cNvGrpSpPr/>
          <p:nvPr/>
        </p:nvGrpSpPr>
        <p:grpSpPr>
          <a:xfrm>
            <a:off x="771941" y="1106742"/>
            <a:ext cx="7600117" cy="4644516"/>
            <a:chOff x="1331640" y="1448780"/>
            <a:chExt cx="6480720" cy="3960440"/>
          </a:xfrm>
        </p:grpSpPr>
        <p:sp>
          <p:nvSpPr>
            <p:cNvPr id="2" name="Rectangle 1">
              <a:extLst>
                <a:ext uri="{FF2B5EF4-FFF2-40B4-BE49-F238E27FC236}">
                  <a16:creationId xmlns:a16="http://schemas.microsoft.com/office/drawing/2014/main" id="{F05F2096-BB6C-C37D-8D36-F354373EE191}"/>
                </a:ext>
              </a:extLst>
            </p:cNvPr>
            <p:cNvSpPr/>
            <p:nvPr/>
          </p:nvSpPr>
          <p:spPr>
            <a:xfrm>
              <a:off x="1331640" y="1448780"/>
              <a:ext cx="6480720" cy="3960440"/>
            </a:xfrm>
            <a:prstGeom prst="rect">
              <a:avLst/>
            </a:prstGeom>
            <a:solidFill>
              <a:srgbClr val="00B050"/>
            </a:solidFill>
            <a:ln w="76200">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cxnSp>
          <p:nvCxnSpPr>
            <p:cNvPr id="6" name="Straight Connector 5">
              <a:extLst>
                <a:ext uri="{FF2B5EF4-FFF2-40B4-BE49-F238E27FC236}">
                  <a16:creationId xmlns:a16="http://schemas.microsoft.com/office/drawing/2014/main" id="{A33FCFC2-8029-AA21-D2C3-70F35BB6BC48}"/>
                </a:ext>
              </a:extLst>
            </p:cNvPr>
            <p:cNvCxnSpPr>
              <a:stCxn id="2" idx="0"/>
              <a:endCxn id="2" idx="2"/>
            </p:cNvCxnSpPr>
            <p:nvPr/>
          </p:nvCxnSpPr>
          <p:spPr>
            <a:xfrm>
              <a:off x="4572000" y="1448780"/>
              <a:ext cx="0" cy="396044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17BCA2CD-EA62-1CCC-9901-407EE755BC7B}"/>
                </a:ext>
              </a:extLst>
            </p:cNvPr>
            <p:cNvCxnSpPr>
              <a:cxnSpLocks/>
            </p:cNvCxnSpPr>
            <p:nvPr/>
          </p:nvCxnSpPr>
          <p:spPr>
            <a:xfrm>
              <a:off x="3779912" y="2132856"/>
              <a:ext cx="1584176" cy="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2E9454C-71C4-BCA6-F7E9-FD8554D5B4EC}"/>
                </a:ext>
              </a:extLst>
            </p:cNvPr>
            <p:cNvCxnSpPr>
              <a:cxnSpLocks/>
            </p:cNvCxnSpPr>
            <p:nvPr/>
          </p:nvCxnSpPr>
          <p:spPr>
            <a:xfrm>
              <a:off x="3779912" y="4653136"/>
              <a:ext cx="1584176" cy="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Flowchart: Delay 11">
              <a:extLst>
                <a:ext uri="{FF2B5EF4-FFF2-40B4-BE49-F238E27FC236}">
                  <a16:creationId xmlns:a16="http://schemas.microsoft.com/office/drawing/2014/main" id="{A0748826-AD80-CF36-9925-4212D43E4ED2}"/>
                </a:ext>
              </a:extLst>
            </p:cNvPr>
            <p:cNvSpPr/>
            <p:nvPr/>
          </p:nvSpPr>
          <p:spPr>
            <a:xfrm>
              <a:off x="1331640" y="2386610"/>
              <a:ext cx="2088230" cy="2088232"/>
            </a:xfrm>
            <a:prstGeom prst="flowChartDelay">
              <a:avLst/>
            </a:prstGeom>
            <a:solidFill>
              <a:srgbClr val="00B050"/>
            </a:solidFill>
            <a:ln w="76200">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626D24F7-D81C-547D-F650-ACA4CD121106}"/>
                </a:ext>
              </a:extLst>
            </p:cNvPr>
            <p:cNvSpPr/>
            <p:nvPr/>
          </p:nvSpPr>
          <p:spPr>
            <a:xfrm>
              <a:off x="2051720" y="3032956"/>
              <a:ext cx="792087" cy="792088"/>
            </a:xfrm>
            <a:prstGeom prst="ellipse">
              <a:avLst/>
            </a:prstGeom>
            <a:solidFill>
              <a:srgbClr val="00B050"/>
            </a:solidFill>
            <a:ln w="76200">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5" name="Flowchart: Delay 14">
              <a:extLst>
                <a:ext uri="{FF2B5EF4-FFF2-40B4-BE49-F238E27FC236}">
                  <a16:creationId xmlns:a16="http://schemas.microsoft.com/office/drawing/2014/main" id="{D4C16E91-DC7F-0B8D-3CFB-F2F0B02920E5}"/>
                </a:ext>
              </a:extLst>
            </p:cNvPr>
            <p:cNvSpPr/>
            <p:nvPr/>
          </p:nvSpPr>
          <p:spPr>
            <a:xfrm flipH="1">
              <a:off x="5724129" y="2384884"/>
              <a:ext cx="2088231" cy="2088232"/>
            </a:xfrm>
            <a:prstGeom prst="flowChartDelay">
              <a:avLst/>
            </a:prstGeom>
            <a:solidFill>
              <a:srgbClr val="00B050"/>
            </a:solidFill>
            <a:ln w="76200">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DB304F5E-CA73-259E-549D-3925CBFCB27E}"/>
                </a:ext>
              </a:extLst>
            </p:cNvPr>
            <p:cNvSpPr/>
            <p:nvPr/>
          </p:nvSpPr>
          <p:spPr>
            <a:xfrm>
              <a:off x="6300193" y="3032956"/>
              <a:ext cx="792087" cy="792088"/>
            </a:xfrm>
            <a:prstGeom prst="ellipse">
              <a:avLst/>
            </a:prstGeom>
            <a:solidFill>
              <a:srgbClr val="00B050"/>
            </a:solidFill>
            <a:ln w="76200">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grpSp>
      <p:sp>
        <p:nvSpPr>
          <p:cNvPr id="76" name="Elipse 167">
            <a:extLst>
              <a:ext uri="{FF2B5EF4-FFF2-40B4-BE49-F238E27FC236}">
                <a16:creationId xmlns:a16="http://schemas.microsoft.com/office/drawing/2014/main" id="{D151FE0F-7DF1-6040-8C5F-40D865A9895A}"/>
              </a:ext>
            </a:extLst>
          </p:cNvPr>
          <p:cNvSpPr/>
          <p:nvPr/>
        </p:nvSpPr>
        <p:spPr>
          <a:xfrm rot="5400000">
            <a:off x="4460714" y="1805231"/>
            <a:ext cx="222570" cy="222570"/>
          </a:xfrm>
          <a:prstGeom prst="ellipse">
            <a:avLst/>
          </a:prstGeom>
          <a:solidFill>
            <a:srgbClr val="FFFF00"/>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77" name="TextBox 76">
            <a:extLst>
              <a:ext uri="{FF2B5EF4-FFF2-40B4-BE49-F238E27FC236}">
                <a16:creationId xmlns:a16="http://schemas.microsoft.com/office/drawing/2014/main" id="{7FB6B51A-E796-72D4-1B2A-1AD45809E1E7}"/>
              </a:ext>
            </a:extLst>
          </p:cNvPr>
          <p:cNvSpPr txBox="1"/>
          <p:nvPr/>
        </p:nvSpPr>
        <p:spPr>
          <a:xfrm>
            <a:off x="3914734" y="2296782"/>
            <a:ext cx="1314531" cy="276999"/>
          </a:xfrm>
          <a:prstGeom prst="rect">
            <a:avLst/>
          </a:prstGeom>
          <a:solidFill>
            <a:srgbClr val="FFFFFF">
              <a:alpha val="69804"/>
            </a:srgbClr>
          </a:solidFill>
        </p:spPr>
        <p:txBody>
          <a:bodyPr wrap="square" lIns="0" tIns="0" rIns="0" bIns="0" rtlCol="0" anchor="b">
            <a:normAutofit fontScale="62500" lnSpcReduction="20000"/>
          </a:bodyPr>
          <a:lstStyle/>
          <a:p>
            <a:pPr algn="ctr"/>
            <a:r>
              <a:rPr lang="pt-BR" b="1" dirty="0"/>
              <a:t>CENTER-WING-TOP</a:t>
            </a:r>
            <a:endParaRPr lang="en-US" b="1" dirty="0"/>
          </a:p>
        </p:txBody>
      </p:sp>
      <p:sp>
        <p:nvSpPr>
          <p:cNvPr id="78" name="Retângulo 63">
            <a:extLst>
              <a:ext uri="{FF2B5EF4-FFF2-40B4-BE49-F238E27FC236}">
                <a16:creationId xmlns:a16="http://schemas.microsoft.com/office/drawing/2014/main" id="{DF24184A-C1F4-92BD-4E8A-AC59E179D867}"/>
              </a:ext>
            </a:extLst>
          </p:cNvPr>
          <p:cNvSpPr/>
          <p:nvPr/>
        </p:nvSpPr>
        <p:spPr>
          <a:xfrm>
            <a:off x="3914734" y="1259251"/>
            <a:ext cx="1314531" cy="1314531"/>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9" name="Elipse 167">
            <a:extLst>
              <a:ext uri="{FF2B5EF4-FFF2-40B4-BE49-F238E27FC236}">
                <a16:creationId xmlns:a16="http://schemas.microsoft.com/office/drawing/2014/main" id="{9C3F5AAC-F97A-7B9A-DD9E-5EFE16624F9C}"/>
              </a:ext>
            </a:extLst>
          </p:cNvPr>
          <p:cNvSpPr/>
          <p:nvPr/>
        </p:nvSpPr>
        <p:spPr>
          <a:xfrm rot="5400000">
            <a:off x="4460714" y="4757559"/>
            <a:ext cx="222570" cy="222570"/>
          </a:xfrm>
          <a:prstGeom prst="ellipse">
            <a:avLst/>
          </a:prstGeom>
          <a:solidFill>
            <a:srgbClr val="FFFF00"/>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80" name="TextBox 79">
            <a:extLst>
              <a:ext uri="{FF2B5EF4-FFF2-40B4-BE49-F238E27FC236}">
                <a16:creationId xmlns:a16="http://schemas.microsoft.com/office/drawing/2014/main" id="{A57DCB29-BE04-C0F5-8EDD-A50A96022CC7}"/>
              </a:ext>
            </a:extLst>
          </p:cNvPr>
          <p:cNvSpPr txBox="1"/>
          <p:nvPr/>
        </p:nvSpPr>
        <p:spPr>
          <a:xfrm>
            <a:off x="3914734" y="5249110"/>
            <a:ext cx="1314531" cy="276999"/>
          </a:xfrm>
          <a:prstGeom prst="rect">
            <a:avLst/>
          </a:prstGeom>
          <a:solidFill>
            <a:srgbClr val="FFFFFF">
              <a:alpha val="69804"/>
            </a:srgbClr>
          </a:solidFill>
        </p:spPr>
        <p:txBody>
          <a:bodyPr wrap="square" lIns="0" tIns="0" rIns="0" bIns="0" rtlCol="0" anchor="b">
            <a:normAutofit/>
          </a:bodyPr>
          <a:lstStyle/>
          <a:p>
            <a:pPr algn="ctr"/>
            <a:r>
              <a:rPr lang="pt-BR" sz="1000" b="1" dirty="0"/>
              <a:t>CENTER-WING-BOTTOM</a:t>
            </a:r>
            <a:endParaRPr lang="en-US" sz="1000" b="1" dirty="0"/>
          </a:p>
        </p:txBody>
      </p:sp>
      <p:sp>
        <p:nvSpPr>
          <p:cNvPr id="81" name="Retângulo 63">
            <a:extLst>
              <a:ext uri="{FF2B5EF4-FFF2-40B4-BE49-F238E27FC236}">
                <a16:creationId xmlns:a16="http://schemas.microsoft.com/office/drawing/2014/main" id="{A268239C-7A07-78C3-8999-C26958562387}"/>
              </a:ext>
            </a:extLst>
          </p:cNvPr>
          <p:cNvSpPr/>
          <p:nvPr/>
        </p:nvSpPr>
        <p:spPr>
          <a:xfrm>
            <a:off x="3914734" y="4211579"/>
            <a:ext cx="1314531" cy="1314531"/>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 name="Elipse 167">
            <a:extLst>
              <a:ext uri="{FF2B5EF4-FFF2-40B4-BE49-F238E27FC236}">
                <a16:creationId xmlns:a16="http://schemas.microsoft.com/office/drawing/2014/main" id="{C62CD550-6E71-EC33-9CF7-18B71221D9C8}"/>
              </a:ext>
            </a:extLst>
          </p:cNvPr>
          <p:cNvSpPr/>
          <p:nvPr/>
        </p:nvSpPr>
        <p:spPr>
          <a:xfrm rot="5400000">
            <a:off x="660655" y="2095275"/>
            <a:ext cx="222570" cy="222570"/>
          </a:xfrm>
          <a:prstGeom prst="ellipse">
            <a:avLst/>
          </a:prstGeom>
          <a:solidFill>
            <a:srgbClr val="FFFF00"/>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AEBC1CE4-4F7F-3176-549E-A3596747939B}"/>
              </a:ext>
            </a:extLst>
          </p:cNvPr>
          <p:cNvSpPr txBox="1"/>
          <p:nvPr/>
        </p:nvSpPr>
        <p:spPr>
          <a:xfrm>
            <a:off x="114675" y="2586826"/>
            <a:ext cx="1314531" cy="276999"/>
          </a:xfrm>
          <a:prstGeom prst="rect">
            <a:avLst/>
          </a:prstGeom>
          <a:solidFill>
            <a:srgbClr val="FFFFFF">
              <a:alpha val="69804"/>
            </a:srgbClr>
          </a:solidFill>
        </p:spPr>
        <p:txBody>
          <a:bodyPr wrap="square" lIns="0" tIns="0" rIns="0" bIns="0" rtlCol="0" anchor="b">
            <a:normAutofit fontScale="62500" lnSpcReduction="20000"/>
          </a:bodyPr>
          <a:lstStyle/>
          <a:p>
            <a:pPr algn="ctr"/>
            <a:r>
              <a:rPr lang="pt-BR" b="1" dirty="0"/>
              <a:t>LEFT-END-AREA-TOP</a:t>
            </a:r>
            <a:endParaRPr lang="en-US" b="1" dirty="0"/>
          </a:p>
        </p:txBody>
      </p:sp>
      <p:sp>
        <p:nvSpPr>
          <p:cNvPr id="5" name="Retângulo 63">
            <a:extLst>
              <a:ext uri="{FF2B5EF4-FFF2-40B4-BE49-F238E27FC236}">
                <a16:creationId xmlns:a16="http://schemas.microsoft.com/office/drawing/2014/main" id="{66E2A870-4E17-B8E6-6DCF-8745AF6CD826}"/>
              </a:ext>
            </a:extLst>
          </p:cNvPr>
          <p:cNvSpPr/>
          <p:nvPr/>
        </p:nvSpPr>
        <p:spPr>
          <a:xfrm>
            <a:off x="114675" y="1549295"/>
            <a:ext cx="1314531" cy="1314531"/>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 name="Elipse 167">
            <a:extLst>
              <a:ext uri="{FF2B5EF4-FFF2-40B4-BE49-F238E27FC236}">
                <a16:creationId xmlns:a16="http://schemas.microsoft.com/office/drawing/2014/main" id="{8FF56C25-2A9A-3D01-4C74-A189DA102448}"/>
              </a:ext>
            </a:extLst>
          </p:cNvPr>
          <p:cNvSpPr/>
          <p:nvPr/>
        </p:nvSpPr>
        <p:spPr>
          <a:xfrm rot="5400000">
            <a:off x="672417" y="4540154"/>
            <a:ext cx="222570" cy="222570"/>
          </a:xfrm>
          <a:prstGeom prst="ellipse">
            <a:avLst/>
          </a:prstGeom>
          <a:solidFill>
            <a:srgbClr val="FFFF00"/>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D2E759E2-E846-DC79-3130-626C42E485F9}"/>
              </a:ext>
            </a:extLst>
          </p:cNvPr>
          <p:cNvSpPr txBox="1"/>
          <p:nvPr/>
        </p:nvSpPr>
        <p:spPr>
          <a:xfrm>
            <a:off x="126437" y="5031705"/>
            <a:ext cx="1314531" cy="276999"/>
          </a:xfrm>
          <a:prstGeom prst="rect">
            <a:avLst/>
          </a:prstGeom>
          <a:solidFill>
            <a:srgbClr val="FFFFFF">
              <a:alpha val="69804"/>
            </a:srgbClr>
          </a:solidFill>
        </p:spPr>
        <p:txBody>
          <a:bodyPr wrap="square" lIns="0" tIns="0" rIns="0" bIns="0" rtlCol="0" anchor="b">
            <a:normAutofit fontScale="92500" lnSpcReduction="10000"/>
          </a:bodyPr>
          <a:lstStyle/>
          <a:p>
            <a:pPr algn="ctr"/>
            <a:r>
              <a:rPr lang="pt-BR" sz="1100" b="1" dirty="0"/>
              <a:t>LEFT-END-AREA-BOTTOM</a:t>
            </a:r>
            <a:endParaRPr lang="en-US" sz="1100" b="1" dirty="0"/>
          </a:p>
        </p:txBody>
      </p:sp>
      <p:sp>
        <p:nvSpPr>
          <p:cNvPr id="10" name="Retângulo 63">
            <a:extLst>
              <a:ext uri="{FF2B5EF4-FFF2-40B4-BE49-F238E27FC236}">
                <a16:creationId xmlns:a16="http://schemas.microsoft.com/office/drawing/2014/main" id="{DA8C6260-961F-E372-D95D-250938A66B76}"/>
              </a:ext>
            </a:extLst>
          </p:cNvPr>
          <p:cNvSpPr/>
          <p:nvPr/>
        </p:nvSpPr>
        <p:spPr>
          <a:xfrm>
            <a:off x="126437" y="3994174"/>
            <a:ext cx="1314531" cy="1314531"/>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Elipse 167">
            <a:extLst>
              <a:ext uri="{FF2B5EF4-FFF2-40B4-BE49-F238E27FC236}">
                <a16:creationId xmlns:a16="http://schemas.microsoft.com/office/drawing/2014/main" id="{3B00B2AC-A9C8-1A3C-4CC9-32492BDDCDC6}"/>
              </a:ext>
            </a:extLst>
          </p:cNvPr>
          <p:cNvSpPr/>
          <p:nvPr/>
        </p:nvSpPr>
        <p:spPr>
          <a:xfrm rot="5400000">
            <a:off x="8249010" y="2095275"/>
            <a:ext cx="222570" cy="222570"/>
          </a:xfrm>
          <a:prstGeom prst="ellipse">
            <a:avLst/>
          </a:prstGeom>
          <a:solidFill>
            <a:srgbClr val="FFFF00"/>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5F79279-C2F5-29D3-F3C9-E4854507E79B}"/>
              </a:ext>
            </a:extLst>
          </p:cNvPr>
          <p:cNvSpPr txBox="1"/>
          <p:nvPr/>
        </p:nvSpPr>
        <p:spPr>
          <a:xfrm>
            <a:off x="7703030" y="2586826"/>
            <a:ext cx="1314531" cy="276999"/>
          </a:xfrm>
          <a:prstGeom prst="rect">
            <a:avLst/>
          </a:prstGeom>
          <a:solidFill>
            <a:srgbClr val="FFFFFF">
              <a:alpha val="69804"/>
            </a:srgbClr>
          </a:solidFill>
        </p:spPr>
        <p:txBody>
          <a:bodyPr wrap="square" lIns="0" tIns="0" rIns="0" bIns="0" rtlCol="0" anchor="b">
            <a:normAutofit fontScale="62500" lnSpcReduction="20000"/>
          </a:bodyPr>
          <a:lstStyle/>
          <a:p>
            <a:pPr algn="ctr"/>
            <a:r>
              <a:rPr lang="pt-BR" b="1" dirty="0"/>
              <a:t>RIGHT-END-AREA-TOP</a:t>
            </a:r>
            <a:endParaRPr lang="en-US" b="1" dirty="0"/>
          </a:p>
        </p:txBody>
      </p:sp>
      <p:sp>
        <p:nvSpPr>
          <p:cNvPr id="19" name="Retângulo 63">
            <a:extLst>
              <a:ext uri="{FF2B5EF4-FFF2-40B4-BE49-F238E27FC236}">
                <a16:creationId xmlns:a16="http://schemas.microsoft.com/office/drawing/2014/main" id="{ABA7F3BF-F05A-284B-B10B-33D808F200FC}"/>
              </a:ext>
            </a:extLst>
          </p:cNvPr>
          <p:cNvSpPr/>
          <p:nvPr/>
        </p:nvSpPr>
        <p:spPr>
          <a:xfrm>
            <a:off x="7703030" y="1549295"/>
            <a:ext cx="1314531" cy="1314531"/>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0" name="Elipse 167">
            <a:extLst>
              <a:ext uri="{FF2B5EF4-FFF2-40B4-BE49-F238E27FC236}">
                <a16:creationId xmlns:a16="http://schemas.microsoft.com/office/drawing/2014/main" id="{0F1A0D09-E517-F686-4FC4-17B4784CE1B8}"/>
              </a:ext>
            </a:extLst>
          </p:cNvPr>
          <p:cNvSpPr/>
          <p:nvPr/>
        </p:nvSpPr>
        <p:spPr>
          <a:xfrm rot="5400000">
            <a:off x="8260772" y="4540154"/>
            <a:ext cx="222570" cy="222570"/>
          </a:xfrm>
          <a:prstGeom prst="ellipse">
            <a:avLst/>
          </a:prstGeom>
          <a:solidFill>
            <a:srgbClr val="FFFF00"/>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4A803E94-BB2D-8BAB-FEB1-09F7D33D9E18}"/>
              </a:ext>
            </a:extLst>
          </p:cNvPr>
          <p:cNvSpPr txBox="1"/>
          <p:nvPr/>
        </p:nvSpPr>
        <p:spPr>
          <a:xfrm>
            <a:off x="7714792" y="5031705"/>
            <a:ext cx="1314531" cy="276999"/>
          </a:xfrm>
          <a:prstGeom prst="rect">
            <a:avLst/>
          </a:prstGeom>
          <a:solidFill>
            <a:srgbClr val="FFFFFF">
              <a:alpha val="69804"/>
            </a:srgbClr>
          </a:solidFill>
        </p:spPr>
        <p:txBody>
          <a:bodyPr wrap="square" lIns="0" tIns="0" rIns="0" bIns="0" rtlCol="0" anchor="b">
            <a:normAutofit fontScale="92500" lnSpcReduction="10000"/>
          </a:bodyPr>
          <a:lstStyle/>
          <a:p>
            <a:pPr algn="ctr"/>
            <a:r>
              <a:rPr lang="pt-BR" sz="1100" b="1" dirty="0"/>
              <a:t>RIGHT-END-AREA-BOTTOM</a:t>
            </a:r>
            <a:endParaRPr lang="en-US" sz="1100" b="1" dirty="0"/>
          </a:p>
        </p:txBody>
      </p:sp>
      <p:sp>
        <p:nvSpPr>
          <p:cNvPr id="22" name="Retângulo 63">
            <a:extLst>
              <a:ext uri="{FF2B5EF4-FFF2-40B4-BE49-F238E27FC236}">
                <a16:creationId xmlns:a16="http://schemas.microsoft.com/office/drawing/2014/main" id="{1692585A-8A62-08B2-79F6-752DD95141A8}"/>
              </a:ext>
            </a:extLst>
          </p:cNvPr>
          <p:cNvSpPr/>
          <p:nvPr/>
        </p:nvSpPr>
        <p:spPr>
          <a:xfrm>
            <a:off x="7714792" y="3994174"/>
            <a:ext cx="1314531" cy="1314531"/>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5185785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5A27C892-1289-2C1D-5DED-4037C026610C}"/>
              </a:ext>
            </a:extLst>
          </p:cNvPr>
          <p:cNvGrpSpPr/>
          <p:nvPr/>
        </p:nvGrpSpPr>
        <p:grpSpPr>
          <a:xfrm>
            <a:off x="771941" y="1106742"/>
            <a:ext cx="7600117" cy="4644516"/>
            <a:chOff x="1331640" y="1448780"/>
            <a:chExt cx="6480720" cy="3960440"/>
          </a:xfrm>
        </p:grpSpPr>
        <p:sp>
          <p:nvSpPr>
            <p:cNvPr id="2" name="Rectangle 1">
              <a:extLst>
                <a:ext uri="{FF2B5EF4-FFF2-40B4-BE49-F238E27FC236}">
                  <a16:creationId xmlns:a16="http://schemas.microsoft.com/office/drawing/2014/main" id="{F05F2096-BB6C-C37D-8D36-F354373EE191}"/>
                </a:ext>
              </a:extLst>
            </p:cNvPr>
            <p:cNvSpPr/>
            <p:nvPr/>
          </p:nvSpPr>
          <p:spPr>
            <a:xfrm>
              <a:off x="1331640" y="1448780"/>
              <a:ext cx="6480720" cy="3960440"/>
            </a:xfrm>
            <a:prstGeom prst="rect">
              <a:avLst/>
            </a:prstGeom>
            <a:solidFill>
              <a:srgbClr val="00B050"/>
            </a:solidFill>
            <a:ln w="76200">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cxnSp>
          <p:nvCxnSpPr>
            <p:cNvPr id="6" name="Straight Connector 5">
              <a:extLst>
                <a:ext uri="{FF2B5EF4-FFF2-40B4-BE49-F238E27FC236}">
                  <a16:creationId xmlns:a16="http://schemas.microsoft.com/office/drawing/2014/main" id="{A33FCFC2-8029-AA21-D2C3-70F35BB6BC48}"/>
                </a:ext>
              </a:extLst>
            </p:cNvPr>
            <p:cNvCxnSpPr>
              <a:stCxn id="2" idx="0"/>
              <a:endCxn id="2" idx="2"/>
            </p:cNvCxnSpPr>
            <p:nvPr/>
          </p:nvCxnSpPr>
          <p:spPr>
            <a:xfrm>
              <a:off x="4572000" y="1448780"/>
              <a:ext cx="0" cy="396044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17BCA2CD-EA62-1CCC-9901-407EE755BC7B}"/>
                </a:ext>
              </a:extLst>
            </p:cNvPr>
            <p:cNvCxnSpPr>
              <a:cxnSpLocks/>
            </p:cNvCxnSpPr>
            <p:nvPr/>
          </p:nvCxnSpPr>
          <p:spPr>
            <a:xfrm>
              <a:off x="3779912" y="2132856"/>
              <a:ext cx="1584176" cy="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2E9454C-71C4-BCA6-F7E9-FD8554D5B4EC}"/>
                </a:ext>
              </a:extLst>
            </p:cNvPr>
            <p:cNvCxnSpPr>
              <a:cxnSpLocks/>
            </p:cNvCxnSpPr>
            <p:nvPr/>
          </p:nvCxnSpPr>
          <p:spPr>
            <a:xfrm>
              <a:off x="3779912" y="4653136"/>
              <a:ext cx="1584176" cy="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Flowchart: Delay 11">
              <a:extLst>
                <a:ext uri="{FF2B5EF4-FFF2-40B4-BE49-F238E27FC236}">
                  <a16:creationId xmlns:a16="http://schemas.microsoft.com/office/drawing/2014/main" id="{A0748826-AD80-CF36-9925-4212D43E4ED2}"/>
                </a:ext>
              </a:extLst>
            </p:cNvPr>
            <p:cNvSpPr/>
            <p:nvPr/>
          </p:nvSpPr>
          <p:spPr>
            <a:xfrm>
              <a:off x="1331640" y="2386610"/>
              <a:ext cx="2088230" cy="2088232"/>
            </a:xfrm>
            <a:prstGeom prst="flowChartDelay">
              <a:avLst/>
            </a:prstGeom>
            <a:solidFill>
              <a:srgbClr val="00B050"/>
            </a:solidFill>
            <a:ln w="76200">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626D24F7-D81C-547D-F650-ACA4CD121106}"/>
                </a:ext>
              </a:extLst>
            </p:cNvPr>
            <p:cNvSpPr/>
            <p:nvPr/>
          </p:nvSpPr>
          <p:spPr>
            <a:xfrm>
              <a:off x="2051720" y="3032956"/>
              <a:ext cx="792087" cy="792088"/>
            </a:xfrm>
            <a:prstGeom prst="ellipse">
              <a:avLst/>
            </a:prstGeom>
            <a:solidFill>
              <a:srgbClr val="00B050"/>
            </a:solidFill>
            <a:ln w="76200">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5" name="Flowchart: Delay 14">
              <a:extLst>
                <a:ext uri="{FF2B5EF4-FFF2-40B4-BE49-F238E27FC236}">
                  <a16:creationId xmlns:a16="http://schemas.microsoft.com/office/drawing/2014/main" id="{D4C16E91-DC7F-0B8D-3CFB-F2F0B02920E5}"/>
                </a:ext>
              </a:extLst>
            </p:cNvPr>
            <p:cNvSpPr/>
            <p:nvPr/>
          </p:nvSpPr>
          <p:spPr>
            <a:xfrm flipH="1">
              <a:off x="5724129" y="2384884"/>
              <a:ext cx="2088231" cy="2088232"/>
            </a:xfrm>
            <a:prstGeom prst="flowChartDelay">
              <a:avLst/>
            </a:prstGeom>
            <a:solidFill>
              <a:srgbClr val="00B050"/>
            </a:solidFill>
            <a:ln w="76200">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DB304F5E-CA73-259E-549D-3925CBFCB27E}"/>
                </a:ext>
              </a:extLst>
            </p:cNvPr>
            <p:cNvSpPr/>
            <p:nvPr/>
          </p:nvSpPr>
          <p:spPr>
            <a:xfrm>
              <a:off x="6300193" y="3032956"/>
              <a:ext cx="792087" cy="792088"/>
            </a:xfrm>
            <a:prstGeom prst="ellipse">
              <a:avLst/>
            </a:prstGeom>
            <a:solidFill>
              <a:srgbClr val="00B050"/>
            </a:solidFill>
            <a:ln w="76200">
              <a:solidFill>
                <a:schemeClr val="tx1"/>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grpSp>
      <p:sp>
        <p:nvSpPr>
          <p:cNvPr id="23" name="Elipse 167">
            <a:extLst>
              <a:ext uri="{FF2B5EF4-FFF2-40B4-BE49-F238E27FC236}">
                <a16:creationId xmlns:a16="http://schemas.microsoft.com/office/drawing/2014/main" id="{EC885E04-58AB-9713-6F7B-A60C5F8CEEC5}"/>
              </a:ext>
            </a:extLst>
          </p:cNvPr>
          <p:cNvSpPr/>
          <p:nvPr/>
        </p:nvSpPr>
        <p:spPr>
          <a:xfrm rot="5400000">
            <a:off x="1967483" y="3326592"/>
            <a:ext cx="222570" cy="222570"/>
          </a:xfrm>
          <a:prstGeom prst="ellipse">
            <a:avLst/>
          </a:prstGeom>
          <a:solidFill>
            <a:srgbClr val="FFFF00"/>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55A01820-7383-E54E-1440-B579636C4D27}"/>
              </a:ext>
            </a:extLst>
          </p:cNvPr>
          <p:cNvSpPr txBox="1"/>
          <p:nvPr/>
        </p:nvSpPr>
        <p:spPr>
          <a:xfrm>
            <a:off x="1421503" y="3818143"/>
            <a:ext cx="1314531" cy="276999"/>
          </a:xfrm>
          <a:prstGeom prst="rect">
            <a:avLst/>
          </a:prstGeom>
          <a:solidFill>
            <a:srgbClr val="FFFFFF">
              <a:alpha val="69804"/>
            </a:srgbClr>
          </a:solidFill>
        </p:spPr>
        <p:txBody>
          <a:bodyPr wrap="square" lIns="0" tIns="0" rIns="0" bIns="0" rtlCol="0" anchor="b">
            <a:normAutofit fontScale="62500" lnSpcReduction="20000"/>
          </a:bodyPr>
          <a:lstStyle/>
          <a:p>
            <a:pPr algn="ctr"/>
            <a:r>
              <a:rPr lang="pt-BR" b="1" dirty="0"/>
              <a:t>LEFT-CREASE-CENTER</a:t>
            </a:r>
            <a:endParaRPr lang="en-US" b="1" dirty="0"/>
          </a:p>
        </p:txBody>
      </p:sp>
      <p:sp>
        <p:nvSpPr>
          <p:cNvPr id="25" name="Retângulo 63">
            <a:extLst>
              <a:ext uri="{FF2B5EF4-FFF2-40B4-BE49-F238E27FC236}">
                <a16:creationId xmlns:a16="http://schemas.microsoft.com/office/drawing/2014/main" id="{F765F9E7-1EDD-C868-BA12-5B05D3B8999A}"/>
              </a:ext>
            </a:extLst>
          </p:cNvPr>
          <p:cNvSpPr/>
          <p:nvPr/>
        </p:nvSpPr>
        <p:spPr>
          <a:xfrm>
            <a:off x="1421503" y="2780612"/>
            <a:ext cx="1314531" cy="1314531"/>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6" name="Elipse 167">
            <a:extLst>
              <a:ext uri="{FF2B5EF4-FFF2-40B4-BE49-F238E27FC236}">
                <a16:creationId xmlns:a16="http://schemas.microsoft.com/office/drawing/2014/main" id="{A6A1193D-433C-8373-FAAC-09A7FDBB1A12}"/>
              </a:ext>
            </a:extLst>
          </p:cNvPr>
          <p:cNvSpPr/>
          <p:nvPr/>
        </p:nvSpPr>
        <p:spPr>
          <a:xfrm rot="5400000">
            <a:off x="6959021" y="3326592"/>
            <a:ext cx="222570" cy="222570"/>
          </a:xfrm>
          <a:prstGeom prst="ellipse">
            <a:avLst/>
          </a:prstGeom>
          <a:solidFill>
            <a:srgbClr val="FFFF00"/>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D81B8436-78E4-8365-39FF-EA5BE4767794}"/>
              </a:ext>
            </a:extLst>
          </p:cNvPr>
          <p:cNvSpPr txBox="1"/>
          <p:nvPr/>
        </p:nvSpPr>
        <p:spPr>
          <a:xfrm>
            <a:off x="6413041" y="3818143"/>
            <a:ext cx="1314531" cy="276999"/>
          </a:xfrm>
          <a:prstGeom prst="rect">
            <a:avLst/>
          </a:prstGeom>
          <a:solidFill>
            <a:srgbClr val="FFFFFF">
              <a:alpha val="69804"/>
            </a:srgbClr>
          </a:solidFill>
        </p:spPr>
        <p:txBody>
          <a:bodyPr wrap="square" lIns="0" tIns="0" rIns="0" bIns="0" rtlCol="0" anchor="b">
            <a:normAutofit/>
          </a:bodyPr>
          <a:lstStyle/>
          <a:p>
            <a:pPr algn="ctr"/>
            <a:r>
              <a:rPr lang="pt-BR" sz="1000" b="1" dirty="0"/>
              <a:t>RIGHT-CREASE-CENTER</a:t>
            </a:r>
            <a:endParaRPr lang="en-US" sz="1000" b="1" dirty="0"/>
          </a:p>
        </p:txBody>
      </p:sp>
      <p:sp>
        <p:nvSpPr>
          <p:cNvPr id="28" name="Retângulo 63">
            <a:extLst>
              <a:ext uri="{FF2B5EF4-FFF2-40B4-BE49-F238E27FC236}">
                <a16:creationId xmlns:a16="http://schemas.microsoft.com/office/drawing/2014/main" id="{3E7057CA-7C8C-1C41-0ACE-428D0465D8E4}"/>
              </a:ext>
            </a:extLst>
          </p:cNvPr>
          <p:cNvSpPr/>
          <p:nvPr/>
        </p:nvSpPr>
        <p:spPr>
          <a:xfrm>
            <a:off x="6413041" y="2780612"/>
            <a:ext cx="1314531" cy="1314531"/>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6663961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green square with red and yellow circles&#10;&#10;Description automatically generated">
            <a:extLst>
              <a:ext uri="{FF2B5EF4-FFF2-40B4-BE49-F238E27FC236}">
                <a16:creationId xmlns:a16="http://schemas.microsoft.com/office/drawing/2014/main" id="{C1D98601-CC81-4F60-5CEE-4EE1521BD18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123728" y="3579662"/>
            <a:ext cx="950897" cy="950897"/>
          </a:xfrm>
          <a:prstGeom prst="rect">
            <a:avLst/>
          </a:prstGeom>
          <a:ln>
            <a:solidFill>
              <a:schemeClr val="tx1"/>
            </a:solidFill>
          </a:ln>
        </p:spPr>
      </p:pic>
      <p:pic>
        <p:nvPicPr>
          <p:cNvPr id="5" name="Picture 4" descr="A green and yellow logo&#10;&#10;Description automatically generated with medium confidence">
            <a:extLst>
              <a:ext uri="{FF2B5EF4-FFF2-40B4-BE49-F238E27FC236}">
                <a16:creationId xmlns:a16="http://schemas.microsoft.com/office/drawing/2014/main" id="{04BFFCE4-0233-C54A-7A9B-60D7BAE080E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728" y="260088"/>
            <a:ext cx="950897" cy="950897"/>
          </a:xfrm>
          <a:prstGeom prst="rect">
            <a:avLst/>
          </a:prstGeom>
          <a:ln>
            <a:solidFill>
              <a:schemeClr val="tx1"/>
            </a:solidFill>
          </a:ln>
        </p:spPr>
      </p:pic>
      <p:pic>
        <p:nvPicPr>
          <p:cNvPr id="7" name="Picture 6" descr="A green square with a red circle and black lines&#10;&#10;Description automatically generated">
            <a:extLst>
              <a:ext uri="{FF2B5EF4-FFF2-40B4-BE49-F238E27FC236}">
                <a16:creationId xmlns:a16="http://schemas.microsoft.com/office/drawing/2014/main" id="{5192BE97-EBC1-9A9B-BA56-EDD1B6E8920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0614" y="4664199"/>
            <a:ext cx="950897" cy="950897"/>
          </a:xfrm>
          <a:prstGeom prst="rect">
            <a:avLst/>
          </a:prstGeom>
          <a:ln>
            <a:solidFill>
              <a:schemeClr val="tx1"/>
            </a:solidFill>
          </a:ln>
        </p:spPr>
      </p:pic>
      <p:pic>
        <p:nvPicPr>
          <p:cNvPr id="9" name="Picture 8" descr="A green square with a red circle and black lines&#10;&#10;Description automatically generated">
            <a:extLst>
              <a:ext uri="{FF2B5EF4-FFF2-40B4-BE49-F238E27FC236}">
                <a16:creationId xmlns:a16="http://schemas.microsoft.com/office/drawing/2014/main" id="{4B3EEDAC-507E-FCD0-87B0-744BB5969AC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23728" y="4664199"/>
            <a:ext cx="950897" cy="950897"/>
          </a:xfrm>
          <a:prstGeom prst="rect">
            <a:avLst/>
          </a:prstGeom>
          <a:ln>
            <a:solidFill>
              <a:schemeClr val="tx1"/>
            </a:solidFill>
          </a:ln>
        </p:spPr>
      </p:pic>
      <p:pic>
        <p:nvPicPr>
          <p:cNvPr id="11" name="Picture 10" descr="A green and black line with a yellow circle and black lines&#10;&#10;Description automatically generated">
            <a:extLst>
              <a:ext uri="{FF2B5EF4-FFF2-40B4-BE49-F238E27FC236}">
                <a16:creationId xmlns:a16="http://schemas.microsoft.com/office/drawing/2014/main" id="{81A4AF2C-DC8F-1A0C-A525-11C2F267BF6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80614" y="5737743"/>
            <a:ext cx="950897" cy="950897"/>
          </a:xfrm>
          <a:prstGeom prst="rect">
            <a:avLst/>
          </a:prstGeom>
          <a:ln>
            <a:solidFill>
              <a:schemeClr val="tx1"/>
            </a:solidFill>
          </a:ln>
        </p:spPr>
      </p:pic>
      <p:pic>
        <p:nvPicPr>
          <p:cNvPr id="13" name="Picture 12" descr="A yellow rectangular object with a black line on a green background&#10;&#10;Description automatically generated">
            <a:extLst>
              <a:ext uri="{FF2B5EF4-FFF2-40B4-BE49-F238E27FC236}">
                <a16:creationId xmlns:a16="http://schemas.microsoft.com/office/drawing/2014/main" id="{AFCC9BDE-700D-8E6D-DADC-0E95ACCF228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37500" y="4664199"/>
            <a:ext cx="950897" cy="950897"/>
          </a:xfrm>
          <a:prstGeom prst="rect">
            <a:avLst/>
          </a:prstGeom>
          <a:ln>
            <a:solidFill>
              <a:schemeClr val="tx1"/>
            </a:solidFill>
          </a:ln>
        </p:spPr>
      </p:pic>
      <p:pic>
        <p:nvPicPr>
          <p:cNvPr id="15" name="Picture 14" descr="A green square with red and yellow circles&#10;&#10;Description automatically generated">
            <a:extLst>
              <a:ext uri="{FF2B5EF4-FFF2-40B4-BE49-F238E27FC236}">
                <a16:creationId xmlns:a16="http://schemas.microsoft.com/office/drawing/2014/main" id="{5B4BDE86-9238-C249-14F9-DBB244DD919A}"/>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37500" y="3579662"/>
            <a:ext cx="950897" cy="950897"/>
          </a:xfrm>
          <a:prstGeom prst="rect">
            <a:avLst/>
          </a:prstGeom>
          <a:ln>
            <a:solidFill>
              <a:schemeClr val="tx1"/>
            </a:solidFill>
          </a:ln>
        </p:spPr>
      </p:pic>
      <p:pic>
        <p:nvPicPr>
          <p:cNvPr id="17" name="Picture 16" descr="A green and yellow circle with a red circle&#10;&#10;Description automatically generated">
            <a:extLst>
              <a:ext uri="{FF2B5EF4-FFF2-40B4-BE49-F238E27FC236}">
                <a16:creationId xmlns:a16="http://schemas.microsoft.com/office/drawing/2014/main" id="{25C24167-5940-0617-5FC5-4877032FEC72}"/>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37500" y="5737743"/>
            <a:ext cx="950897" cy="950897"/>
          </a:xfrm>
          <a:prstGeom prst="rect">
            <a:avLst/>
          </a:prstGeom>
          <a:ln>
            <a:solidFill>
              <a:schemeClr val="tx1"/>
            </a:solidFill>
          </a:ln>
        </p:spPr>
      </p:pic>
      <p:pic>
        <p:nvPicPr>
          <p:cNvPr id="19" name="Picture 18" descr="A green and black squares with a red circle&#10;&#10;Description automatically generated">
            <a:extLst>
              <a:ext uri="{FF2B5EF4-FFF2-40B4-BE49-F238E27FC236}">
                <a16:creationId xmlns:a16="http://schemas.microsoft.com/office/drawing/2014/main" id="{3CD497ED-88F2-B46D-4CAE-EE8557705E0B}"/>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37500" y="2478103"/>
            <a:ext cx="950897" cy="950897"/>
          </a:xfrm>
          <a:prstGeom prst="rect">
            <a:avLst/>
          </a:prstGeom>
          <a:ln>
            <a:solidFill>
              <a:schemeClr val="tx1"/>
            </a:solidFill>
          </a:ln>
        </p:spPr>
      </p:pic>
      <p:pic>
        <p:nvPicPr>
          <p:cNvPr id="21" name="Picture 20" descr="A green and black squares with a red circle&#10;&#10;Description automatically generated">
            <a:extLst>
              <a:ext uri="{FF2B5EF4-FFF2-40B4-BE49-F238E27FC236}">
                <a16:creationId xmlns:a16="http://schemas.microsoft.com/office/drawing/2014/main" id="{3365A522-5B2A-BCB0-C1D8-632B7A80E421}"/>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37500" y="1372497"/>
            <a:ext cx="950897" cy="950897"/>
          </a:xfrm>
          <a:prstGeom prst="rect">
            <a:avLst/>
          </a:prstGeom>
          <a:ln>
            <a:solidFill>
              <a:schemeClr val="tx1"/>
            </a:solidFill>
          </a:ln>
        </p:spPr>
      </p:pic>
      <p:pic>
        <p:nvPicPr>
          <p:cNvPr id="23" name="Picture 22" descr="A green and red square with black lines and a red circle&#10;&#10;Description automatically generated">
            <a:extLst>
              <a:ext uri="{FF2B5EF4-FFF2-40B4-BE49-F238E27FC236}">
                <a16:creationId xmlns:a16="http://schemas.microsoft.com/office/drawing/2014/main" id="{BB3F1778-B636-F64B-7B7C-3CB4CA003089}"/>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37500" y="260088"/>
            <a:ext cx="950897" cy="950897"/>
          </a:xfrm>
          <a:prstGeom prst="rect">
            <a:avLst/>
          </a:prstGeom>
          <a:ln>
            <a:solidFill>
              <a:schemeClr val="tx1"/>
            </a:solidFill>
          </a:ln>
        </p:spPr>
      </p:pic>
      <p:pic>
        <p:nvPicPr>
          <p:cNvPr id="25" name="Picture 24" descr="A green and black rectangular object with a yellow circle and black lines&#10;&#10;Description automatically generated">
            <a:extLst>
              <a:ext uri="{FF2B5EF4-FFF2-40B4-BE49-F238E27FC236}">
                <a16:creationId xmlns:a16="http://schemas.microsoft.com/office/drawing/2014/main" id="{E1717D81-1776-B378-43EF-3000349C216D}"/>
              </a:ext>
            </a:extLst>
          </p:cNvPr>
          <p:cNvPicPr>
            <a:picLocks noChangeAspect="1"/>
          </p:cNvPicPr>
          <p:nvPr/>
        </p:nvPicPr>
        <p:blipFill>
          <a:blip r:embed="rId13" cstate="print">
            <a:extLst>
              <a:ext uri="{28A0092B-C50C-407E-A947-70E740481C1C}">
                <a14:useLocalDpi xmlns:a14="http://schemas.microsoft.com/office/drawing/2010/main" val="0"/>
              </a:ext>
            </a:extLst>
          </a:blip>
          <a:stretch>
            <a:fillRect/>
          </a:stretch>
        </p:blipFill>
        <p:spPr>
          <a:xfrm>
            <a:off x="1080614" y="2478103"/>
            <a:ext cx="950897" cy="950897"/>
          </a:xfrm>
          <a:prstGeom prst="rect">
            <a:avLst/>
          </a:prstGeom>
          <a:ln>
            <a:solidFill>
              <a:schemeClr val="tx1"/>
            </a:solidFill>
          </a:ln>
        </p:spPr>
      </p:pic>
      <p:pic>
        <p:nvPicPr>
          <p:cNvPr id="27" name="Picture 26" descr="A green and black rectangular object with a yellow circle and black lines&#10;&#10;Description automatically generated">
            <a:extLst>
              <a:ext uri="{FF2B5EF4-FFF2-40B4-BE49-F238E27FC236}">
                <a16:creationId xmlns:a16="http://schemas.microsoft.com/office/drawing/2014/main" id="{31BF14FF-1849-799F-3BC9-F75802B7A2C9}"/>
              </a:ext>
            </a:extLst>
          </p:cNvPr>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1080614" y="1372497"/>
            <a:ext cx="950897" cy="950897"/>
          </a:xfrm>
          <a:prstGeom prst="rect">
            <a:avLst/>
          </a:prstGeom>
          <a:ln>
            <a:solidFill>
              <a:schemeClr val="tx1"/>
            </a:solidFill>
          </a:ln>
        </p:spPr>
      </p:pic>
      <p:pic>
        <p:nvPicPr>
          <p:cNvPr id="29" name="Picture 28" descr="A green and black map with a yellow circle and black lines&#10;&#10;Description automatically generated">
            <a:extLst>
              <a:ext uri="{FF2B5EF4-FFF2-40B4-BE49-F238E27FC236}">
                <a16:creationId xmlns:a16="http://schemas.microsoft.com/office/drawing/2014/main" id="{FC789748-8575-9838-E1F4-AED4500E5D5F}"/>
              </a:ext>
            </a:extLst>
          </p:cNvPr>
          <p:cNvPicPr>
            <a:picLocks noChangeAspect="1"/>
          </p:cNvPicPr>
          <p:nvPr/>
        </p:nvPicPr>
        <p:blipFill>
          <a:blip r:embed="rId15" cstate="print">
            <a:extLst>
              <a:ext uri="{28A0092B-C50C-407E-A947-70E740481C1C}">
                <a14:useLocalDpi xmlns:a14="http://schemas.microsoft.com/office/drawing/2010/main" val="0"/>
              </a:ext>
            </a:extLst>
          </a:blip>
          <a:stretch>
            <a:fillRect/>
          </a:stretch>
        </p:blipFill>
        <p:spPr>
          <a:xfrm>
            <a:off x="2123728" y="5737743"/>
            <a:ext cx="950897" cy="950897"/>
          </a:xfrm>
          <a:prstGeom prst="rect">
            <a:avLst/>
          </a:prstGeom>
          <a:ln>
            <a:solidFill>
              <a:schemeClr val="tx1"/>
            </a:solidFill>
          </a:ln>
        </p:spPr>
      </p:pic>
      <p:pic>
        <p:nvPicPr>
          <p:cNvPr id="31" name="Picture 30" descr="A yellow rectangular object with black lines on a green background&#10;&#10;Description automatically generated">
            <a:extLst>
              <a:ext uri="{FF2B5EF4-FFF2-40B4-BE49-F238E27FC236}">
                <a16:creationId xmlns:a16="http://schemas.microsoft.com/office/drawing/2014/main" id="{1A2FA966-C95E-27C8-BD3D-27C77ED4C3EB}"/>
              </a:ext>
            </a:extLst>
          </p:cNvPr>
          <p:cNvPicPr>
            <a:picLocks noChangeAspect="1"/>
          </p:cNvPicPr>
          <p:nvPr/>
        </p:nvPicPr>
        <p:blipFill>
          <a:blip r:embed="rId16" cstate="print">
            <a:extLst>
              <a:ext uri="{28A0092B-C50C-407E-A947-70E740481C1C}">
                <a14:useLocalDpi xmlns:a14="http://schemas.microsoft.com/office/drawing/2010/main" val="0"/>
              </a:ext>
            </a:extLst>
          </a:blip>
          <a:stretch>
            <a:fillRect/>
          </a:stretch>
        </p:blipFill>
        <p:spPr>
          <a:xfrm>
            <a:off x="3166842" y="4664199"/>
            <a:ext cx="950897" cy="950897"/>
          </a:xfrm>
          <a:prstGeom prst="rect">
            <a:avLst/>
          </a:prstGeom>
          <a:ln>
            <a:solidFill>
              <a:schemeClr val="tx1"/>
            </a:solidFill>
          </a:ln>
        </p:spPr>
      </p:pic>
      <p:pic>
        <p:nvPicPr>
          <p:cNvPr id="33" name="Picture 32" descr="A green square with red and yellow circles&#10;&#10;Description automatically generated">
            <a:extLst>
              <a:ext uri="{FF2B5EF4-FFF2-40B4-BE49-F238E27FC236}">
                <a16:creationId xmlns:a16="http://schemas.microsoft.com/office/drawing/2014/main" id="{B6D3BA4A-E9B0-BDFB-7E5D-F514EA14EB10}"/>
              </a:ext>
            </a:extLst>
          </p:cNvPr>
          <p:cNvPicPr>
            <a:picLocks noChangeAspect="1"/>
          </p:cNvPicPr>
          <p:nvPr/>
        </p:nvPicPr>
        <p:blipFill>
          <a:blip r:embed="rId17" cstate="print">
            <a:extLst>
              <a:ext uri="{28A0092B-C50C-407E-A947-70E740481C1C}">
                <a14:useLocalDpi xmlns:a14="http://schemas.microsoft.com/office/drawing/2010/main" val="0"/>
              </a:ext>
            </a:extLst>
          </a:blip>
          <a:stretch>
            <a:fillRect/>
          </a:stretch>
        </p:blipFill>
        <p:spPr>
          <a:xfrm>
            <a:off x="3166842" y="3579662"/>
            <a:ext cx="950897" cy="950897"/>
          </a:xfrm>
          <a:prstGeom prst="rect">
            <a:avLst/>
          </a:prstGeom>
          <a:ln>
            <a:solidFill>
              <a:schemeClr val="tx1"/>
            </a:solidFill>
          </a:ln>
        </p:spPr>
      </p:pic>
      <p:pic>
        <p:nvPicPr>
          <p:cNvPr id="35" name="Picture 34" descr="A green background with a black circle and a yellow circle&#10;&#10;Description automatically generated">
            <a:extLst>
              <a:ext uri="{FF2B5EF4-FFF2-40B4-BE49-F238E27FC236}">
                <a16:creationId xmlns:a16="http://schemas.microsoft.com/office/drawing/2014/main" id="{1234B5CB-DB97-1C42-E451-540DF5E6AB5F}"/>
              </a:ext>
            </a:extLst>
          </p:cNvPr>
          <p:cNvPicPr>
            <a:picLocks noChangeAspect="1"/>
          </p:cNvPicPr>
          <p:nvPr/>
        </p:nvPicPr>
        <p:blipFill>
          <a:blip r:embed="rId18" cstate="print">
            <a:extLst>
              <a:ext uri="{28A0092B-C50C-407E-A947-70E740481C1C}">
                <a14:useLocalDpi xmlns:a14="http://schemas.microsoft.com/office/drawing/2010/main" val="0"/>
              </a:ext>
            </a:extLst>
          </a:blip>
          <a:stretch>
            <a:fillRect/>
          </a:stretch>
        </p:blipFill>
        <p:spPr>
          <a:xfrm>
            <a:off x="3166842" y="5737743"/>
            <a:ext cx="950897" cy="950897"/>
          </a:xfrm>
          <a:prstGeom prst="rect">
            <a:avLst/>
          </a:prstGeom>
          <a:ln>
            <a:solidFill>
              <a:schemeClr val="tx1"/>
            </a:solidFill>
          </a:ln>
        </p:spPr>
      </p:pic>
      <p:pic>
        <p:nvPicPr>
          <p:cNvPr id="37" name="Picture 36" descr="A green and yellow square with black lines and a red circle&#10;&#10;Description automatically generated">
            <a:extLst>
              <a:ext uri="{FF2B5EF4-FFF2-40B4-BE49-F238E27FC236}">
                <a16:creationId xmlns:a16="http://schemas.microsoft.com/office/drawing/2014/main" id="{FDA80D4F-BF95-2DAF-B47A-025579B177F0}"/>
              </a:ext>
            </a:extLst>
          </p:cNvPr>
          <p:cNvPicPr>
            <a:picLocks noChangeAspect="1"/>
          </p:cNvPicPr>
          <p:nvPr/>
        </p:nvPicPr>
        <p:blipFill>
          <a:blip r:embed="rId19" cstate="print">
            <a:extLst>
              <a:ext uri="{28A0092B-C50C-407E-A947-70E740481C1C}">
                <a14:useLocalDpi xmlns:a14="http://schemas.microsoft.com/office/drawing/2010/main" val="0"/>
              </a:ext>
            </a:extLst>
          </a:blip>
          <a:stretch>
            <a:fillRect/>
          </a:stretch>
        </p:blipFill>
        <p:spPr>
          <a:xfrm>
            <a:off x="3166842" y="2478103"/>
            <a:ext cx="950897" cy="950897"/>
          </a:xfrm>
          <a:prstGeom prst="rect">
            <a:avLst/>
          </a:prstGeom>
          <a:ln>
            <a:solidFill>
              <a:schemeClr val="tx1"/>
            </a:solidFill>
          </a:ln>
        </p:spPr>
      </p:pic>
      <p:pic>
        <p:nvPicPr>
          <p:cNvPr id="39" name="Picture 38" descr="A green square with a red circle and black lines&#10;&#10;Description automatically generated">
            <a:extLst>
              <a:ext uri="{FF2B5EF4-FFF2-40B4-BE49-F238E27FC236}">
                <a16:creationId xmlns:a16="http://schemas.microsoft.com/office/drawing/2014/main" id="{DD7A41DF-F46B-1616-8A41-28D66705EC10}"/>
              </a:ext>
            </a:extLst>
          </p:cNvPr>
          <p:cNvPicPr>
            <a:picLocks noChangeAspect="1"/>
          </p:cNvPicPr>
          <p:nvPr/>
        </p:nvPicPr>
        <p:blipFill>
          <a:blip r:embed="rId20" cstate="print">
            <a:extLst>
              <a:ext uri="{28A0092B-C50C-407E-A947-70E740481C1C}">
                <a14:useLocalDpi xmlns:a14="http://schemas.microsoft.com/office/drawing/2010/main" val="0"/>
              </a:ext>
            </a:extLst>
          </a:blip>
          <a:stretch>
            <a:fillRect/>
          </a:stretch>
        </p:blipFill>
        <p:spPr>
          <a:xfrm>
            <a:off x="3166842" y="1372497"/>
            <a:ext cx="950897" cy="950897"/>
          </a:xfrm>
          <a:prstGeom prst="rect">
            <a:avLst/>
          </a:prstGeom>
          <a:ln>
            <a:solidFill>
              <a:schemeClr val="tx1"/>
            </a:solidFill>
          </a:ln>
        </p:spPr>
      </p:pic>
      <p:pic>
        <p:nvPicPr>
          <p:cNvPr id="41" name="Picture 40" descr="A green square with red and yellow circles&#10;&#10;Description automatically generated">
            <a:extLst>
              <a:ext uri="{FF2B5EF4-FFF2-40B4-BE49-F238E27FC236}">
                <a16:creationId xmlns:a16="http://schemas.microsoft.com/office/drawing/2014/main" id="{A8A48DE4-D4F6-4EC8-BBD3-AED2C9EBD880}"/>
              </a:ext>
            </a:extLst>
          </p:cNvPr>
          <p:cNvPicPr>
            <a:picLocks noChangeAspect="1"/>
          </p:cNvPicPr>
          <p:nvPr/>
        </p:nvPicPr>
        <p:blipFill>
          <a:blip r:embed="rId21" cstate="print">
            <a:extLst>
              <a:ext uri="{28A0092B-C50C-407E-A947-70E740481C1C}">
                <a14:useLocalDpi xmlns:a14="http://schemas.microsoft.com/office/drawing/2010/main" val="0"/>
              </a:ext>
            </a:extLst>
          </a:blip>
          <a:stretch>
            <a:fillRect/>
          </a:stretch>
        </p:blipFill>
        <p:spPr>
          <a:xfrm>
            <a:off x="3166842" y="260088"/>
            <a:ext cx="950897" cy="950897"/>
          </a:xfrm>
          <a:prstGeom prst="rect">
            <a:avLst/>
          </a:prstGeom>
          <a:ln>
            <a:solidFill>
              <a:schemeClr val="tx1"/>
            </a:solidFill>
          </a:ln>
        </p:spPr>
      </p:pic>
      <p:pic>
        <p:nvPicPr>
          <p:cNvPr id="43" name="Picture 42" descr="A green rectangular object with a yellow circle and black line&#10;&#10;Description automatically generated">
            <a:extLst>
              <a:ext uri="{FF2B5EF4-FFF2-40B4-BE49-F238E27FC236}">
                <a16:creationId xmlns:a16="http://schemas.microsoft.com/office/drawing/2014/main" id="{CE9EF705-C893-AB34-E53F-D2DF51B4B1ED}"/>
              </a:ext>
            </a:extLst>
          </p:cNvPr>
          <p:cNvPicPr>
            <a:picLocks noChangeAspect="1"/>
          </p:cNvPicPr>
          <p:nvPr/>
        </p:nvPicPr>
        <p:blipFill>
          <a:blip r:embed="rId22" cstate="print">
            <a:extLst>
              <a:ext uri="{28A0092B-C50C-407E-A947-70E740481C1C}">
                <a14:useLocalDpi xmlns:a14="http://schemas.microsoft.com/office/drawing/2010/main" val="0"/>
              </a:ext>
            </a:extLst>
          </a:blip>
          <a:stretch>
            <a:fillRect/>
          </a:stretch>
        </p:blipFill>
        <p:spPr>
          <a:xfrm>
            <a:off x="2123728" y="2478103"/>
            <a:ext cx="950897" cy="950897"/>
          </a:xfrm>
          <a:prstGeom prst="rect">
            <a:avLst/>
          </a:prstGeom>
          <a:ln>
            <a:solidFill>
              <a:schemeClr val="tx1"/>
            </a:solidFill>
          </a:ln>
        </p:spPr>
      </p:pic>
      <p:pic>
        <p:nvPicPr>
          <p:cNvPr id="45" name="Picture 44" descr="A green and black line with a yellow circle and a black line&#10;&#10;Description automatically generated">
            <a:extLst>
              <a:ext uri="{FF2B5EF4-FFF2-40B4-BE49-F238E27FC236}">
                <a16:creationId xmlns:a16="http://schemas.microsoft.com/office/drawing/2014/main" id="{4420506B-139E-A281-3A0F-8A54910A43B0}"/>
              </a:ext>
            </a:extLst>
          </p:cNvPr>
          <p:cNvPicPr>
            <a:picLocks noChangeAspect="1"/>
          </p:cNvPicPr>
          <p:nvPr/>
        </p:nvPicPr>
        <p:blipFill>
          <a:blip r:embed="rId23" cstate="print">
            <a:extLst>
              <a:ext uri="{28A0092B-C50C-407E-A947-70E740481C1C}">
                <a14:useLocalDpi xmlns:a14="http://schemas.microsoft.com/office/drawing/2010/main" val="0"/>
              </a:ext>
            </a:extLst>
          </a:blip>
          <a:stretch>
            <a:fillRect/>
          </a:stretch>
        </p:blipFill>
        <p:spPr>
          <a:xfrm>
            <a:off x="2123728" y="1372497"/>
            <a:ext cx="950897" cy="950897"/>
          </a:xfrm>
          <a:prstGeom prst="rect">
            <a:avLst/>
          </a:prstGeom>
          <a:ln>
            <a:solidFill>
              <a:schemeClr val="tx1"/>
            </a:solidFill>
          </a:ln>
        </p:spPr>
      </p:pic>
      <p:pic>
        <p:nvPicPr>
          <p:cNvPr id="47" name="Picture 46" descr="A green and black rectangle with a red rectangle&#10;&#10;Description automatically generated">
            <a:extLst>
              <a:ext uri="{FF2B5EF4-FFF2-40B4-BE49-F238E27FC236}">
                <a16:creationId xmlns:a16="http://schemas.microsoft.com/office/drawing/2014/main" id="{807370CC-4F2B-71D1-A347-48C3B26761E2}"/>
              </a:ext>
            </a:extLst>
          </p:cNvPr>
          <p:cNvPicPr>
            <a:picLocks noChangeAspect="1"/>
          </p:cNvPicPr>
          <p:nvPr/>
        </p:nvPicPr>
        <p:blipFill>
          <a:blip r:embed="rId24" cstate="print">
            <a:extLst>
              <a:ext uri="{28A0092B-C50C-407E-A947-70E740481C1C}">
                <a14:useLocalDpi xmlns:a14="http://schemas.microsoft.com/office/drawing/2010/main" val="0"/>
              </a:ext>
            </a:extLst>
          </a:blip>
          <a:stretch>
            <a:fillRect/>
          </a:stretch>
        </p:blipFill>
        <p:spPr>
          <a:xfrm>
            <a:off x="1080614" y="3579662"/>
            <a:ext cx="950897" cy="950897"/>
          </a:xfrm>
          <a:prstGeom prst="rect">
            <a:avLst/>
          </a:prstGeom>
          <a:ln>
            <a:solidFill>
              <a:schemeClr val="tx1"/>
            </a:solidFill>
          </a:ln>
        </p:spPr>
      </p:pic>
      <p:pic>
        <p:nvPicPr>
          <p:cNvPr id="49" name="Picture 48" descr="A green and black rectangle with a yellow rectangle&#10;&#10;Description automatically generated">
            <a:extLst>
              <a:ext uri="{FF2B5EF4-FFF2-40B4-BE49-F238E27FC236}">
                <a16:creationId xmlns:a16="http://schemas.microsoft.com/office/drawing/2014/main" id="{FD838543-02BE-7481-F298-5B292A25D88D}"/>
              </a:ext>
            </a:extLst>
          </p:cNvPr>
          <p:cNvPicPr>
            <a:picLocks noChangeAspect="1"/>
          </p:cNvPicPr>
          <p:nvPr/>
        </p:nvPicPr>
        <p:blipFill>
          <a:blip r:embed="rId25" cstate="print">
            <a:extLst>
              <a:ext uri="{28A0092B-C50C-407E-A947-70E740481C1C}">
                <a14:useLocalDpi xmlns:a14="http://schemas.microsoft.com/office/drawing/2010/main" val="0"/>
              </a:ext>
            </a:extLst>
          </a:blip>
          <a:stretch>
            <a:fillRect/>
          </a:stretch>
        </p:blipFill>
        <p:spPr>
          <a:xfrm>
            <a:off x="1080614" y="260088"/>
            <a:ext cx="950897" cy="950897"/>
          </a:xfrm>
          <a:prstGeom prst="rect">
            <a:avLst/>
          </a:prstGeom>
          <a:ln>
            <a:solidFill>
              <a:schemeClr val="tx1"/>
            </a:solidFill>
          </a:ln>
        </p:spPr>
      </p:pic>
      <p:pic>
        <p:nvPicPr>
          <p:cNvPr id="52" name="Picture 51" descr="A green square with red and yellow circles&#10;&#10;Description automatically generated">
            <a:extLst>
              <a:ext uri="{FF2B5EF4-FFF2-40B4-BE49-F238E27FC236}">
                <a16:creationId xmlns:a16="http://schemas.microsoft.com/office/drawing/2014/main" id="{796A7B99-77ED-8C2A-F90E-F3C2BA8F1EA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020272" y="3579662"/>
            <a:ext cx="950897" cy="950897"/>
          </a:xfrm>
          <a:prstGeom prst="rect">
            <a:avLst/>
          </a:prstGeom>
          <a:ln>
            <a:solidFill>
              <a:schemeClr val="tx1"/>
            </a:solidFill>
          </a:ln>
        </p:spPr>
      </p:pic>
      <p:pic>
        <p:nvPicPr>
          <p:cNvPr id="53" name="Picture 52" descr="A green and yellow logo&#10;&#10;Description automatically generated with medium confidence">
            <a:extLst>
              <a:ext uri="{FF2B5EF4-FFF2-40B4-BE49-F238E27FC236}">
                <a16:creationId xmlns:a16="http://schemas.microsoft.com/office/drawing/2014/main" id="{88D4938D-CE64-5B9C-07C0-E79944C47DD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020272" y="260088"/>
            <a:ext cx="950897" cy="950897"/>
          </a:xfrm>
          <a:prstGeom prst="rect">
            <a:avLst/>
          </a:prstGeom>
          <a:ln>
            <a:solidFill>
              <a:schemeClr val="tx1"/>
            </a:solidFill>
          </a:ln>
        </p:spPr>
      </p:pic>
      <p:pic>
        <p:nvPicPr>
          <p:cNvPr id="54" name="Picture 53" descr="A green square with a red circle and black lines&#10;&#10;Description automatically generated">
            <a:extLst>
              <a:ext uri="{FF2B5EF4-FFF2-40B4-BE49-F238E27FC236}">
                <a16:creationId xmlns:a16="http://schemas.microsoft.com/office/drawing/2014/main" id="{C44B167C-8058-CF28-6EBD-9DAD4104794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977158" y="4664199"/>
            <a:ext cx="950897" cy="950897"/>
          </a:xfrm>
          <a:prstGeom prst="rect">
            <a:avLst/>
          </a:prstGeom>
          <a:ln>
            <a:solidFill>
              <a:schemeClr val="tx1"/>
            </a:solidFill>
          </a:ln>
        </p:spPr>
      </p:pic>
      <p:pic>
        <p:nvPicPr>
          <p:cNvPr id="55" name="Picture 54" descr="A green square with a red circle and black lines&#10;&#10;Description automatically generated">
            <a:extLst>
              <a:ext uri="{FF2B5EF4-FFF2-40B4-BE49-F238E27FC236}">
                <a16:creationId xmlns:a16="http://schemas.microsoft.com/office/drawing/2014/main" id="{17A4578B-3D81-169D-019A-8C99B9C3339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020272" y="4664199"/>
            <a:ext cx="950897" cy="950897"/>
          </a:xfrm>
          <a:prstGeom prst="rect">
            <a:avLst/>
          </a:prstGeom>
          <a:ln>
            <a:solidFill>
              <a:schemeClr val="tx1"/>
            </a:solidFill>
          </a:ln>
        </p:spPr>
      </p:pic>
      <p:pic>
        <p:nvPicPr>
          <p:cNvPr id="57" name="Picture 56" descr="A yellow rectangular object with a black line on a green background&#10;&#10;Description automatically generated">
            <a:extLst>
              <a:ext uri="{FF2B5EF4-FFF2-40B4-BE49-F238E27FC236}">
                <a16:creationId xmlns:a16="http://schemas.microsoft.com/office/drawing/2014/main" id="{1446CD90-BE6C-0F28-5EEA-1B4F55C60829}"/>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934044" y="4664199"/>
            <a:ext cx="950897" cy="950897"/>
          </a:xfrm>
          <a:prstGeom prst="rect">
            <a:avLst/>
          </a:prstGeom>
          <a:ln>
            <a:solidFill>
              <a:schemeClr val="tx1"/>
            </a:solidFill>
          </a:ln>
        </p:spPr>
      </p:pic>
      <p:pic>
        <p:nvPicPr>
          <p:cNvPr id="58" name="Picture 57" descr="A green square with red and yellow circles&#10;&#10;Description automatically generated">
            <a:extLst>
              <a:ext uri="{FF2B5EF4-FFF2-40B4-BE49-F238E27FC236}">
                <a16:creationId xmlns:a16="http://schemas.microsoft.com/office/drawing/2014/main" id="{C516D1D9-86B7-23DA-5E90-01F508005B94}"/>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934044" y="3579662"/>
            <a:ext cx="950897" cy="950897"/>
          </a:xfrm>
          <a:prstGeom prst="rect">
            <a:avLst/>
          </a:prstGeom>
          <a:ln>
            <a:solidFill>
              <a:schemeClr val="tx1"/>
            </a:solidFill>
          </a:ln>
        </p:spPr>
      </p:pic>
      <p:pic>
        <p:nvPicPr>
          <p:cNvPr id="60" name="Picture 59" descr="A green and black squares with a red circle&#10;&#10;Description automatically generated">
            <a:extLst>
              <a:ext uri="{FF2B5EF4-FFF2-40B4-BE49-F238E27FC236}">
                <a16:creationId xmlns:a16="http://schemas.microsoft.com/office/drawing/2014/main" id="{6DE4F42E-35A0-4763-6899-8F4FA9CA9F54}"/>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4934044" y="2478103"/>
            <a:ext cx="950897" cy="950897"/>
          </a:xfrm>
          <a:prstGeom prst="rect">
            <a:avLst/>
          </a:prstGeom>
          <a:ln>
            <a:solidFill>
              <a:schemeClr val="tx1"/>
            </a:solidFill>
          </a:ln>
        </p:spPr>
      </p:pic>
      <p:pic>
        <p:nvPicPr>
          <p:cNvPr id="61" name="Picture 60" descr="A green and black squares with a red circle&#10;&#10;Description automatically generated">
            <a:extLst>
              <a:ext uri="{FF2B5EF4-FFF2-40B4-BE49-F238E27FC236}">
                <a16:creationId xmlns:a16="http://schemas.microsoft.com/office/drawing/2014/main" id="{841ED967-6C41-794D-153A-E5353D5B4E52}"/>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4934044" y="1372497"/>
            <a:ext cx="950897" cy="950897"/>
          </a:xfrm>
          <a:prstGeom prst="rect">
            <a:avLst/>
          </a:prstGeom>
          <a:ln>
            <a:solidFill>
              <a:schemeClr val="tx1"/>
            </a:solidFill>
          </a:ln>
        </p:spPr>
      </p:pic>
      <p:pic>
        <p:nvPicPr>
          <p:cNvPr id="62" name="Picture 61" descr="A green and red square with black lines and a red circle&#10;&#10;Description automatically generated">
            <a:extLst>
              <a:ext uri="{FF2B5EF4-FFF2-40B4-BE49-F238E27FC236}">
                <a16:creationId xmlns:a16="http://schemas.microsoft.com/office/drawing/2014/main" id="{A4181469-ED7C-D470-9BCA-759E94FBE14E}"/>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4934044" y="260088"/>
            <a:ext cx="950897" cy="950897"/>
          </a:xfrm>
          <a:prstGeom prst="rect">
            <a:avLst/>
          </a:prstGeom>
          <a:ln>
            <a:solidFill>
              <a:schemeClr val="tx1"/>
            </a:solidFill>
          </a:ln>
        </p:spPr>
      </p:pic>
      <p:pic>
        <p:nvPicPr>
          <p:cNvPr id="63" name="Picture 62" descr="A green and black rectangular object with a yellow circle and black lines&#10;&#10;Description automatically generated">
            <a:extLst>
              <a:ext uri="{FF2B5EF4-FFF2-40B4-BE49-F238E27FC236}">
                <a16:creationId xmlns:a16="http://schemas.microsoft.com/office/drawing/2014/main" id="{5737F90A-D1EE-C72C-437A-13853D0812A7}"/>
              </a:ext>
            </a:extLst>
          </p:cNvPr>
          <p:cNvPicPr>
            <a:picLocks noChangeAspect="1"/>
          </p:cNvPicPr>
          <p:nvPr/>
        </p:nvPicPr>
        <p:blipFill>
          <a:blip r:embed="rId13" cstate="print">
            <a:extLst>
              <a:ext uri="{28A0092B-C50C-407E-A947-70E740481C1C}">
                <a14:useLocalDpi xmlns:a14="http://schemas.microsoft.com/office/drawing/2010/main" val="0"/>
              </a:ext>
            </a:extLst>
          </a:blip>
          <a:stretch>
            <a:fillRect/>
          </a:stretch>
        </p:blipFill>
        <p:spPr>
          <a:xfrm>
            <a:off x="5977158" y="2478103"/>
            <a:ext cx="950897" cy="950897"/>
          </a:xfrm>
          <a:prstGeom prst="rect">
            <a:avLst/>
          </a:prstGeom>
          <a:ln>
            <a:solidFill>
              <a:schemeClr val="tx1"/>
            </a:solidFill>
          </a:ln>
        </p:spPr>
      </p:pic>
      <p:pic>
        <p:nvPicPr>
          <p:cNvPr id="64" name="Picture 63" descr="A green and black rectangular object with a yellow circle and black lines&#10;&#10;Description automatically generated">
            <a:extLst>
              <a:ext uri="{FF2B5EF4-FFF2-40B4-BE49-F238E27FC236}">
                <a16:creationId xmlns:a16="http://schemas.microsoft.com/office/drawing/2014/main" id="{34D9DFC9-5B59-FA0A-2F0A-045D3A7E30FC}"/>
              </a:ext>
            </a:extLst>
          </p:cNvPr>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5977158" y="1372497"/>
            <a:ext cx="950897" cy="950897"/>
          </a:xfrm>
          <a:prstGeom prst="rect">
            <a:avLst/>
          </a:prstGeom>
          <a:ln>
            <a:solidFill>
              <a:schemeClr val="tx1"/>
            </a:solidFill>
          </a:ln>
        </p:spPr>
      </p:pic>
      <p:pic>
        <p:nvPicPr>
          <p:cNvPr id="66" name="Picture 65" descr="A yellow rectangular object with black lines on a green background&#10;&#10;Description automatically generated">
            <a:extLst>
              <a:ext uri="{FF2B5EF4-FFF2-40B4-BE49-F238E27FC236}">
                <a16:creationId xmlns:a16="http://schemas.microsoft.com/office/drawing/2014/main" id="{C7AB3289-6580-8281-7D36-A72EB0A9EBBC}"/>
              </a:ext>
            </a:extLst>
          </p:cNvPr>
          <p:cNvPicPr>
            <a:picLocks noChangeAspect="1"/>
          </p:cNvPicPr>
          <p:nvPr/>
        </p:nvPicPr>
        <p:blipFill>
          <a:blip r:embed="rId16" cstate="print">
            <a:extLst>
              <a:ext uri="{28A0092B-C50C-407E-A947-70E740481C1C}">
                <a14:useLocalDpi xmlns:a14="http://schemas.microsoft.com/office/drawing/2010/main" val="0"/>
              </a:ext>
            </a:extLst>
          </a:blip>
          <a:stretch>
            <a:fillRect/>
          </a:stretch>
        </p:blipFill>
        <p:spPr>
          <a:xfrm>
            <a:off x="8063386" y="4664199"/>
            <a:ext cx="950897" cy="950897"/>
          </a:xfrm>
          <a:prstGeom prst="rect">
            <a:avLst/>
          </a:prstGeom>
          <a:ln>
            <a:solidFill>
              <a:schemeClr val="tx1"/>
            </a:solidFill>
          </a:ln>
        </p:spPr>
      </p:pic>
      <p:pic>
        <p:nvPicPr>
          <p:cNvPr id="67" name="Picture 66" descr="A green square with red and yellow circles&#10;&#10;Description automatically generated">
            <a:extLst>
              <a:ext uri="{FF2B5EF4-FFF2-40B4-BE49-F238E27FC236}">
                <a16:creationId xmlns:a16="http://schemas.microsoft.com/office/drawing/2014/main" id="{5B52210B-1020-5168-5B77-8596EB336EAF}"/>
              </a:ext>
            </a:extLst>
          </p:cNvPr>
          <p:cNvPicPr>
            <a:picLocks noChangeAspect="1"/>
          </p:cNvPicPr>
          <p:nvPr/>
        </p:nvPicPr>
        <p:blipFill>
          <a:blip r:embed="rId17" cstate="print">
            <a:extLst>
              <a:ext uri="{28A0092B-C50C-407E-A947-70E740481C1C}">
                <a14:useLocalDpi xmlns:a14="http://schemas.microsoft.com/office/drawing/2010/main" val="0"/>
              </a:ext>
            </a:extLst>
          </a:blip>
          <a:stretch>
            <a:fillRect/>
          </a:stretch>
        </p:blipFill>
        <p:spPr>
          <a:xfrm>
            <a:off x="8063386" y="3579662"/>
            <a:ext cx="950897" cy="950897"/>
          </a:xfrm>
          <a:prstGeom prst="rect">
            <a:avLst/>
          </a:prstGeom>
          <a:ln>
            <a:solidFill>
              <a:schemeClr val="tx1"/>
            </a:solidFill>
          </a:ln>
        </p:spPr>
      </p:pic>
      <p:pic>
        <p:nvPicPr>
          <p:cNvPr id="69" name="Picture 68" descr="A green and yellow square with black lines and a red circle&#10;&#10;Description automatically generated">
            <a:extLst>
              <a:ext uri="{FF2B5EF4-FFF2-40B4-BE49-F238E27FC236}">
                <a16:creationId xmlns:a16="http://schemas.microsoft.com/office/drawing/2014/main" id="{4345EECB-BAE5-EAAF-F991-EB523E4A13C8}"/>
              </a:ext>
            </a:extLst>
          </p:cNvPr>
          <p:cNvPicPr>
            <a:picLocks noChangeAspect="1"/>
          </p:cNvPicPr>
          <p:nvPr/>
        </p:nvPicPr>
        <p:blipFill>
          <a:blip r:embed="rId19" cstate="print">
            <a:extLst>
              <a:ext uri="{28A0092B-C50C-407E-A947-70E740481C1C}">
                <a14:useLocalDpi xmlns:a14="http://schemas.microsoft.com/office/drawing/2010/main" val="0"/>
              </a:ext>
            </a:extLst>
          </a:blip>
          <a:stretch>
            <a:fillRect/>
          </a:stretch>
        </p:blipFill>
        <p:spPr>
          <a:xfrm>
            <a:off x="8063386" y="2478103"/>
            <a:ext cx="950897" cy="950897"/>
          </a:xfrm>
          <a:prstGeom prst="rect">
            <a:avLst/>
          </a:prstGeom>
          <a:ln>
            <a:solidFill>
              <a:schemeClr val="tx1"/>
            </a:solidFill>
          </a:ln>
        </p:spPr>
      </p:pic>
      <p:pic>
        <p:nvPicPr>
          <p:cNvPr id="70" name="Picture 69" descr="A green square with a red circle and black lines&#10;&#10;Description automatically generated">
            <a:extLst>
              <a:ext uri="{FF2B5EF4-FFF2-40B4-BE49-F238E27FC236}">
                <a16:creationId xmlns:a16="http://schemas.microsoft.com/office/drawing/2014/main" id="{5BFB0988-EFB5-44C2-E32E-C3F8DE6323AF}"/>
              </a:ext>
            </a:extLst>
          </p:cNvPr>
          <p:cNvPicPr>
            <a:picLocks noChangeAspect="1"/>
          </p:cNvPicPr>
          <p:nvPr/>
        </p:nvPicPr>
        <p:blipFill>
          <a:blip r:embed="rId20" cstate="print">
            <a:extLst>
              <a:ext uri="{28A0092B-C50C-407E-A947-70E740481C1C}">
                <a14:useLocalDpi xmlns:a14="http://schemas.microsoft.com/office/drawing/2010/main" val="0"/>
              </a:ext>
            </a:extLst>
          </a:blip>
          <a:stretch>
            <a:fillRect/>
          </a:stretch>
        </p:blipFill>
        <p:spPr>
          <a:xfrm>
            <a:off x="8063386" y="1372497"/>
            <a:ext cx="950897" cy="950897"/>
          </a:xfrm>
          <a:prstGeom prst="rect">
            <a:avLst/>
          </a:prstGeom>
          <a:ln>
            <a:solidFill>
              <a:schemeClr val="tx1"/>
            </a:solidFill>
          </a:ln>
        </p:spPr>
      </p:pic>
      <p:pic>
        <p:nvPicPr>
          <p:cNvPr id="71" name="Picture 70" descr="A green square with red and yellow circles&#10;&#10;Description automatically generated">
            <a:extLst>
              <a:ext uri="{FF2B5EF4-FFF2-40B4-BE49-F238E27FC236}">
                <a16:creationId xmlns:a16="http://schemas.microsoft.com/office/drawing/2014/main" id="{DB4AF511-F428-E426-2AF1-C8D8FA31A990}"/>
              </a:ext>
            </a:extLst>
          </p:cNvPr>
          <p:cNvPicPr>
            <a:picLocks noChangeAspect="1"/>
          </p:cNvPicPr>
          <p:nvPr/>
        </p:nvPicPr>
        <p:blipFill>
          <a:blip r:embed="rId21" cstate="print">
            <a:extLst>
              <a:ext uri="{28A0092B-C50C-407E-A947-70E740481C1C}">
                <a14:useLocalDpi xmlns:a14="http://schemas.microsoft.com/office/drawing/2010/main" val="0"/>
              </a:ext>
            </a:extLst>
          </a:blip>
          <a:stretch>
            <a:fillRect/>
          </a:stretch>
        </p:blipFill>
        <p:spPr>
          <a:xfrm>
            <a:off x="8063386" y="260088"/>
            <a:ext cx="950897" cy="950897"/>
          </a:xfrm>
          <a:prstGeom prst="rect">
            <a:avLst/>
          </a:prstGeom>
          <a:ln>
            <a:solidFill>
              <a:schemeClr val="tx1"/>
            </a:solidFill>
          </a:ln>
        </p:spPr>
      </p:pic>
      <p:pic>
        <p:nvPicPr>
          <p:cNvPr id="72" name="Picture 71" descr="A green rectangular object with a yellow circle and black line&#10;&#10;Description automatically generated">
            <a:extLst>
              <a:ext uri="{FF2B5EF4-FFF2-40B4-BE49-F238E27FC236}">
                <a16:creationId xmlns:a16="http://schemas.microsoft.com/office/drawing/2014/main" id="{383494DD-CF44-0A12-610F-B2B29487AB75}"/>
              </a:ext>
            </a:extLst>
          </p:cNvPr>
          <p:cNvPicPr>
            <a:picLocks noChangeAspect="1"/>
          </p:cNvPicPr>
          <p:nvPr/>
        </p:nvPicPr>
        <p:blipFill>
          <a:blip r:embed="rId22" cstate="print">
            <a:extLst>
              <a:ext uri="{28A0092B-C50C-407E-A947-70E740481C1C}">
                <a14:useLocalDpi xmlns:a14="http://schemas.microsoft.com/office/drawing/2010/main" val="0"/>
              </a:ext>
            </a:extLst>
          </a:blip>
          <a:stretch>
            <a:fillRect/>
          </a:stretch>
        </p:blipFill>
        <p:spPr>
          <a:xfrm>
            <a:off x="7020272" y="2478103"/>
            <a:ext cx="950897" cy="950897"/>
          </a:xfrm>
          <a:prstGeom prst="rect">
            <a:avLst/>
          </a:prstGeom>
          <a:ln>
            <a:solidFill>
              <a:schemeClr val="tx1"/>
            </a:solidFill>
          </a:ln>
        </p:spPr>
      </p:pic>
      <p:pic>
        <p:nvPicPr>
          <p:cNvPr id="73" name="Picture 72" descr="A green and black line with a yellow circle and a black line&#10;&#10;Description automatically generated">
            <a:extLst>
              <a:ext uri="{FF2B5EF4-FFF2-40B4-BE49-F238E27FC236}">
                <a16:creationId xmlns:a16="http://schemas.microsoft.com/office/drawing/2014/main" id="{8DBC4458-B148-F8E7-E6F5-2D17CE9E7C1D}"/>
              </a:ext>
            </a:extLst>
          </p:cNvPr>
          <p:cNvPicPr>
            <a:picLocks noChangeAspect="1"/>
          </p:cNvPicPr>
          <p:nvPr/>
        </p:nvPicPr>
        <p:blipFill>
          <a:blip r:embed="rId23" cstate="print">
            <a:extLst>
              <a:ext uri="{28A0092B-C50C-407E-A947-70E740481C1C}">
                <a14:useLocalDpi xmlns:a14="http://schemas.microsoft.com/office/drawing/2010/main" val="0"/>
              </a:ext>
            </a:extLst>
          </a:blip>
          <a:stretch>
            <a:fillRect/>
          </a:stretch>
        </p:blipFill>
        <p:spPr>
          <a:xfrm>
            <a:off x="7020272" y="1372497"/>
            <a:ext cx="950897" cy="950897"/>
          </a:xfrm>
          <a:prstGeom prst="rect">
            <a:avLst/>
          </a:prstGeom>
          <a:ln>
            <a:solidFill>
              <a:schemeClr val="tx1"/>
            </a:solidFill>
          </a:ln>
        </p:spPr>
      </p:pic>
      <p:pic>
        <p:nvPicPr>
          <p:cNvPr id="74" name="Picture 73" descr="A green and black rectangle with a red rectangle&#10;&#10;Description automatically generated">
            <a:extLst>
              <a:ext uri="{FF2B5EF4-FFF2-40B4-BE49-F238E27FC236}">
                <a16:creationId xmlns:a16="http://schemas.microsoft.com/office/drawing/2014/main" id="{272E6640-B601-1C08-ED8D-805D1428284E}"/>
              </a:ext>
            </a:extLst>
          </p:cNvPr>
          <p:cNvPicPr>
            <a:picLocks noChangeAspect="1"/>
          </p:cNvPicPr>
          <p:nvPr/>
        </p:nvPicPr>
        <p:blipFill>
          <a:blip r:embed="rId24" cstate="print">
            <a:extLst>
              <a:ext uri="{28A0092B-C50C-407E-A947-70E740481C1C}">
                <a14:useLocalDpi xmlns:a14="http://schemas.microsoft.com/office/drawing/2010/main" val="0"/>
              </a:ext>
            </a:extLst>
          </a:blip>
          <a:stretch>
            <a:fillRect/>
          </a:stretch>
        </p:blipFill>
        <p:spPr>
          <a:xfrm>
            <a:off x="5977158" y="3579662"/>
            <a:ext cx="950897" cy="950897"/>
          </a:xfrm>
          <a:prstGeom prst="rect">
            <a:avLst/>
          </a:prstGeom>
          <a:ln>
            <a:solidFill>
              <a:schemeClr val="tx1"/>
            </a:solidFill>
          </a:ln>
        </p:spPr>
      </p:pic>
      <p:pic>
        <p:nvPicPr>
          <p:cNvPr id="75" name="Picture 74" descr="A green and black rectangle with a yellow rectangle&#10;&#10;Description automatically generated">
            <a:extLst>
              <a:ext uri="{FF2B5EF4-FFF2-40B4-BE49-F238E27FC236}">
                <a16:creationId xmlns:a16="http://schemas.microsoft.com/office/drawing/2014/main" id="{56BEA158-F762-01A8-80DA-A0E210ACFA73}"/>
              </a:ext>
            </a:extLst>
          </p:cNvPr>
          <p:cNvPicPr>
            <a:picLocks noChangeAspect="1"/>
          </p:cNvPicPr>
          <p:nvPr/>
        </p:nvPicPr>
        <p:blipFill>
          <a:blip r:embed="rId25" cstate="print">
            <a:extLst>
              <a:ext uri="{28A0092B-C50C-407E-A947-70E740481C1C}">
                <a14:useLocalDpi xmlns:a14="http://schemas.microsoft.com/office/drawing/2010/main" val="0"/>
              </a:ext>
            </a:extLst>
          </a:blip>
          <a:stretch>
            <a:fillRect/>
          </a:stretch>
        </p:blipFill>
        <p:spPr>
          <a:xfrm>
            <a:off x="5977158" y="260088"/>
            <a:ext cx="950897" cy="950897"/>
          </a:xfrm>
          <a:prstGeom prst="rect">
            <a:avLst/>
          </a:prstGeom>
          <a:ln>
            <a:solidFill>
              <a:schemeClr val="tx1"/>
            </a:solidFill>
          </a:ln>
        </p:spPr>
      </p:pic>
      <p:pic>
        <p:nvPicPr>
          <p:cNvPr id="77" name="Picture 76" descr="A black circle with a yellow circle in the center&#10;&#10;Description automatically generated">
            <a:extLst>
              <a:ext uri="{FF2B5EF4-FFF2-40B4-BE49-F238E27FC236}">
                <a16:creationId xmlns:a16="http://schemas.microsoft.com/office/drawing/2014/main" id="{5F339F7C-721E-EC5B-103D-C478CC7FAD6F}"/>
              </a:ext>
            </a:extLst>
          </p:cNvPr>
          <p:cNvPicPr>
            <a:picLocks noChangeAspect="1"/>
          </p:cNvPicPr>
          <p:nvPr/>
        </p:nvPicPr>
        <p:blipFill>
          <a:blip r:embed="rId26" cstate="print">
            <a:extLst>
              <a:ext uri="{28A0092B-C50C-407E-A947-70E740481C1C}">
                <a14:useLocalDpi xmlns:a14="http://schemas.microsoft.com/office/drawing/2010/main" val="0"/>
              </a:ext>
            </a:extLst>
          </a:blip>
          <a:stretch>
            <a:fillRect/>
          </a:stretch>
        </p:blipFill>
        <p:spPr>
          <a:xfrm>
            <a:off x="5977157" y="5737741"/>
            <a:ext cx="950897" cy="950897"/>
          </a:xfrm>
          <a:prstGeom prst="rect">
            <a:avLst/>
          </a:prstGeom>
          <a:ln>
            <a:solidFill>
              <a:schemeClr val="tx1"/>
            </a:solidFill>
          </a:ln>
        </p:spPr>
      </p:pic>
      <p:pic>
        <p:nvPicPr>
          <p:cNvPr id="79" name="Picture 78" descr="A green and black circle with a yellow circle&#10;&#10;Description automatically generated">
            <a:extLst>
              <a:ext uri="{FF2B5EF4-FFF2-40B4-BE49-F238E27FC236}">
                <a16:creationId xmlns:a16="http://schemas.microsoft.com/office/drawing/2014/main" id="{4662B35E-673D-9DFB-6462-4B98E88776D9}"/>
              </a:ext>
            </a:extLst>
          </p:cNvPr>
          <p:cNvPicPr>
            <a:picLocks noChangeAspect="1"/>
          </p:cNvPicPr>
          <p:nvPr/>
        </p:nvPicPr>
        <p:blipFill>
          <a:blip r:embed="rId27" cstate="print">
            <a:extLst>
              <a:ext uri="{28A0092B-C50C-407E-A947-70E740481C1C}">
                <a14:useLocalDpi xmlns:a14="http://schemas.microsoft.com/office/drawing/2010/main" val="0"/>
              </a:ext>
            </a:extLst>
          </a:blip>
          <a:stretch>
            <a:fillRect/>
          </a:stretch>
        </p:blipFill>
        <p:spPr>
          <a:xfrm>
            <a:off x="4934043" y="5737742"/>
            <a:ext cx="950897" cy="950897"/>
          </a:xfrm>
          <a:prstGeom prst="rect">
            <a:avLst/>
          </a:prstGeom>
          <a:ln>
            <a:solidFill>
              <a:schemeClr val="tx1"/>
            </a:solidFill>
          </a:ln>
        </p:spPr>
      </p:pic>
      <p:cxnSp>
        <p:nvCxnSpPr>
          <p:cNvPr id="4" name="Straight Connector 3">
            <a:extLst>
              <a:ext uri="{FF2B5EF4-FFF2-40B4-BE49-F238E27FC236}">
                <a16:creationId xmlns:a16="http://schemas.microsoft.com/office/drawing/2014/main" id="{5216EC63-8705-4138-32F1-EBC639E91D8E}"/>
              </a:ext>
            </a:extLst>
          </p:cNvPr>
          <p:cNvCxnSpPr/>
          <p:nvPr/>
        </p:nvCxnSpPr>
        <p:spPr>
          <a:xfrm>
            <a:off x="107504" y="116632"/>
            <a:ext cx="4010235" cy="6572006"/>
          </a:xfrm>
          <a:prstGeom prst="line">
            <a:avLst/>
          </a:prstGeom>
          <a:ln w="76200">
            <a:solidFill>
              <a:srgbClr val="FF0000"/>
            </a:solidFill>
          </a:ln>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A20C0B45-471F-F0F1-72BC-6C1CC12D09EE}"/>
              </a:ext>
            </a:extLst>
          </p:cNvPr>
          <p:cNvCxnSpPr/>
          <p:nvPr/>
        </p:nvCxnSpPr>
        <p:spPr>
          <a:xfrm flipH="1">
            <a:off x="179512" y="0"/>
            <a:ext cx="3938227" cy="6688638"/>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pic>
        <p:nvPicPr>
          <p:cNvPr id="14" name="Picture 13" descr="A green and black rectangle with a red rectangle&#10;&#10;Description automatically generated">
            <a:extLst>
              <a:ext uri="{FF2B5EF4-FFF2-40B4-BE49-F238E27FC236}">
                <a16:creationId xmlns:a16="http://schemas.microsoft.com/office/drawing/2014/main" id="{1B02DD5E-1DA1-C42E-6270-2B28C22AEBB0}"/>
              </a:ext>
            </a:extLst>
          </p:cNvPr>
          <p:cNvPicPr>
            <a:picLocks noChangeAspect="1"/>
          </p:cNvPicPr>
          <p:nvPr/>
        </p:nvPicPr>
        <p:blipFill>
          <a:blip r:embed="rId24" cstate="print">
            <a:extLst>
              <a:ext uri="{28A0092B-C50C-407E-A947-70E740481C1C}">
                <a14:useLocalDpi xmlns:a14="http://schemas.microsoft.com/office/drawing/2010/main" val="0"/>
              </a:ext>
            </a:extLst>
          </a:blip>
          <a:stretch>
            <a:fillRect/>
          </a:stretch>
        </p:blipFill>
        <p:spPr>
          <a:xfrm>
            <a:off x="9361534" y="3399655"/>
            <a:ext cx="950897" cy="950897"/>
          </a:xfrm>
          <a:prstGeom prst="rect">
            <a:avLst/>
          </a:prstGeom>
          <a:ln>
            <a:solidFill>
              <a:schemeClr val="tx1"/>
            </a:solidFill>
          </a:ln>
        </p:spPr>
      </p:pic>
    </p:spTree>
    <p:extLst>
      <p:ext uri="{BB962C8B-B14F-4D97-AF65-F5344CB8AC3E}">
        <p14:creationId xmlns:p14="http://schemas.microsoft.com/office/powerpoint/2010/main" val="42543741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
        <p:cNvGrpSpPr/>
        <p:nvPr/>
      </p:nvGrpSpPr>
      <p:grpSpPr>
        <a:xfrm>
          <a:off x="0" y="0"/>
          <a:ext cx="0" cy="0"/>
          <a:chOff x="0" y="0"/>
          <a:chExt cx="0" cy="0"/>
        </a:xfrm>
      </p:grpSpPr>
      <p:sp>
        <p:nvSpPr>
          <p:cNvPr id="2" name="Retângulo 1"/>
          <p:cNvSpPr/>
          <p:nvPr/>
        </p:nvSpPr>
        <p:spPr>
          <a:xfrm>
            <a:off x="737404" y="768663"/>
            <a:ext cx="7651020" cy="5569384"/>
          </a:xfrm>
          <a:prstGeom prst="rect">
            <a:avLst/>
          </a:prstGeom>
          <a:solidFill>
            <a:schemeClr val="tx1"/>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18" name="Picture 17" descr="A picture containing text, crowd&#10;&#10;Description automatically generated">
            <a:extLst>
              <a:ext uri="{FF2B5EF4-FFF2-40B4-BE49-F238E27FC236}">
                <a16:creationId xmlns:a16="http://schemas.microsoft.com/office/drawing/2014/main" id="{51424F96-00A3-4D44-AB7E-61B1897052E3}"/>
              </a:ext>
            </a:extLst>
          </p:cNvPr>
          <p:cNvPicPr>
            <a:picLocks noChangeAspect="1"/>
          </p:cNvPicPr>
          <p:nvPr/>
        </p:nvPicPr>
        <p:blipFill rotWithShape="1">
          <a:blip r:embed="rId2">
            <a:alphaModFix amt="70000"/>
            <a:extLst>
              <a:ext uri="{28A0092B-C50C-407E-A947-70E740481C1C}">
                <a14:useLocalDpi xmlns:a14="http://schemas.microsoft.com/office/drawing/2010/main" val="0"/>
              </a:ext>
            </a:extLst>
          </a:blip>
          <a:srcRect l="11267" r="11090"/>
          <a:stretch/>
        </p:blipFill>
        <p:spPr>
          <a:xfrm>
            <a:off x="731520" y="768663"/>
            <a:ext cx="7651020" cy="5569384"/>
          </a:xfrm>
          <a:prstGeom prst="rect">
            <a:avLst/>
          </a:prstGeom>
        </p:spPr>
      </p:pic>
      <p:pic>
        <p:nvPicPr>
          <p:cNvPr id="7" name="Picture 6">
            <a:extLst>
              <a:ext uri="{FF2B5EF4-FFF2-40B4-BE49-F238E27FC236}">
                <a16:creationId xmlns:a16="http://schemas.microsoft.com/office/drawing/2014/main" id="{9007FC07-B082-FBAD-38F8-1E1DD90C7D4C}"/>
              </a:ext>
            </a:extLst>
          </p:cNvPr>
          <p:cNvPicPr>
            <a:picLocks noChangeAspect="1"/>
          </p:cNvPicPr>
          <p:nvPr/>
        </p:nvPicPr>
        <p:blipFill rotWithShape="1">
          <a:blip r:embed="rId3"/>
          <a:srcRect t="12645" b="11937"/>
          <a:stretch/>
        </p:blipFill>
        <p:spPr>
          <a:xfrm>
            <a:off x="646139" y="822960"/>
            <a:ext cx="7680724" cy="3611880"/>
          </a:xfrm>
          <a:prstGeom prst="rect">
            <a:avLst/>
          </a:prstGeom>
        </p:spPr>
      </p:pic>
      <p:sp>
        <p:nvSpPr>
          <p:cNvPr id="20" name="Rectangle 19">
            <a:extLst>
              <a:ext uri="{FF2B5EF4-FFF2-40B4-BE49-F238E27FC236}">
                <a16:creationId xmlns:a16="http://schemas.microsoft.com/office/drawing/2014/main" id="{A67F2CB0-B876-6E8D-E231-BC25AC8F2A01}"/>
              </a:ext>
            </a:extLst>
          </p:cNvPr>
          <p:cNvSpPr/>
          <p:nvPr/>
        </p:nvSpPr>
        <p:spPr>
          <a:xfrm>
            <a:off x="735938" y="4437112"/>
            <a:ext cx="7651019" cy="1900933"/>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CaixaDeTexto 41"/>
          <p:cNvSpPr txBox="1"/>
          <p:nvPr/>
        </p:nvSpPr>
        <p:spPr>
          <a:xfrm>
            <a:off x="0" y="0"/>
            <a:ext cx="1471878" cy="253916"/>
          </a:xfrm>
          <a:prstGeom prst="rect">
            <a:avLst/>
          </a:prstGeom>
          <a:noFill/>
        </p:spPr>
        <p:txBody>
          <a:bodyPr wrap="none" rtlCol="0">
            <a:spAutoFit/>
          </a:bodyPr>
          <a:lstStyle/>
          <a:p>
            <a:r>
              <a:rPr lang="en-US" sz="1050" dirty="0">
                <a:latin typeface="Aharoni" panose="02010803020104030203" pitchFamily="2" charset="-79"/>
                <a:cs typeface="Aharoni" panose="02010803020104030203" pitchFamily="2" charset="-79"/>
              </a:rPr>
              <a:t>APPLICATION LOGO</a:t>
            </a:r>
          </a:p>
        </p:txBody>
      </p:sp>
      <p:sp>
        <p:nvSpPr>
          <p:cNvPr id="5" name="CaixaDeTexto 4"/>
          <p:cNvSpPr txBox="1"/>
          <p:nvPr/>
        </p:nvSpPr>
        <p:spPr>
          <a:xfrm>
            <a:off x="753600" y="4500987"/>
            <a:ext cx="7651020" cy="923330"/>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tIns="0" bIns="0" rtlCol="0" anchor="ctr">
            <a:spAutoFit/>
          </a:bodyPr>
          <a:lstStyle/>
          <a:p>
            <a:pPr algn="ctr"/>
            <a:r>
              <a:rPr lang="pt-BR" sz="6000" b="1" dirty="0">
                <a:solidFill>
                  <a:schemeClr val="bg1"/>
                </a:solidFill>
                <a:latin typeface="Blue Highway D Type" panose="00000400000000000000" pitchFamily="2" charset="0"/>
                <a:ea typeface="Verdana" panose="020B0604030504040204" pitchFamily="34" charset="0"/>
                <a:cs typeface="Times New Roman" panose="02020603050405020304" pitchFamily="18" charset="0"/>
              </a:rPr>
              <a:t>LACROSSE Calibrator 1.0</a:t>
            </a:r>
            <a:endParaRPr lang="en-US" sz="6000" b="1" dirty="0">
              <a:solidFill>
                <a:schemeClr val="bg1"/>
              </a:solidFill>
              <a:latin typeface="Blue Highway D Type" panose="00000400000000000000" pitchFamily="2" charset="0"/>
              <a:ea typeface="Verdana" panose="020B0604030504040204" pitchFamily="34" charset="0"/>
              <a:cs typeface="Times New Roman" panose="02020603050405020304" pitchFamily="18" charset="0"/>
            </a:endParaRPr>
          </a:p>
        </p:txBody>
      </p:sp>
      <p:sp>
        <p:nvSpPr>
          <p:cNvPr id="6" name="Retângulo 5"/>
          <p:cNvSpPr/>
          <p:nvPr/>
        </p:nvSpPr>
        <p:spPr>
          <a:xfrm>
            <a:off x="1374115" y="5382370"/>
            <a:ext cx="6395769" cy="276999"/>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lIns="54000">
            <a:spAutoFit/>
          </a:bodyPr>
          <a:lstStyle/>
          <a:p>
            <a:pPr algn="ctr"/>
            <a:r>
              <a:rPr lang="en-US" sz="1200" dirty="0">
                <a:solidFill>
                  <a:schemeClr val="bg1"/>
                </a:solidFill>
                <a:latin typeface="Verdana" panose="020B0604030504040204" pitchFamily="34" charset="0"/>
                <a:ea typeface="Verdana" panose="020B0604030504040204" pitchFamily="34" charset="0"/>
                <a:cs typeface="Verdana" panose="020B0604030504040204" pitchFamily="34" charset="0"/>
              </a:rPr>
              <a:t>Carlos A. Dietrich</a:t>
            </a:r>
          </a:p>
        </p:txBody>
      </p:sp>
      <p:sp>
        <p:nvSpPr>
          <p:cNvPr id="49" name="Retângulo 48"/>
          <p:cNvSpPr/>
          <p:nvPr/>
        </p:nvSpPr>
        <p:spPr>
          <a:xfrm>
            <a:off x="768413" y="5838572"/>
            <a:ext cx="7621080" cy="461665"/>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lIns="54000" anchor="b">
            <a:spAutoFit/>
          </a:bodyPr>
          <a:lstStyle/>
          <a:p>
            <a:pPr algn="ctr"/>
            <a:r>
              <a:rPr lang="en-US" sz="800" dirty="0">
                <a:solidFill>
                  <a:schemeClr val="bg1"/>
                </a:solidFill>
                <a:latin typeface="Verdana" panose="020B0604030504040204" pitchFamily="34" charset="0"/>
                <a:ea typeface="Verdana" panose="020B0604030504040204" pitchFamily="34" charset="0"/>
                <a:cs typeface="Verdana" panose="020B0604030504040204" pitchFamily="34" charset="0"/>
              </a:rPr>
              <a:t>This app is supplied "AS IS".  The Contributing Authors disclaim all warranties, expressed or implied, including, without limitation, the warranties of merchantability and of fitness for any purpose. The Contributing Authors assume no liability for direct, indirect, incidental, special, exemplary, or consequential damages, which may result from the use of this app, even if advised of the possibility of such damage.</a:t>
            </a:r>
          </a:p>
        </p:txBody>
      </p:sp>
      <p:cxnSp>
        <p:nvCxnSpPr>
          <p:cNvPr id="11" name="Conector reto 10"/>
          <p:cNvCxnSpPr>
            <a:cxnSpLocks/>
          </p:cNvCxnSpPr>
          <p:nvPr/>
        </p:nvCxnSpPr>
        <p:spPr>
          <a:xfrm>
            <a:off x="731520" y="4437112"/>
            <a:ext cx="7651020"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18E38931-ED73-6A06-BFE6-5064AD245B9F}"/>
              </a:ext>
            </a:extLst>
          </p:cNvPr>
          <p:cNvSpPr/>
          <p:nvPr/>
        </p:nvSpPr>
        <p:spPr>
          <a:xfrm>
            <a:off x="731520" y="768661"/>
            <a:ext cx="7651020" cy="5569383"/>
          </a:xfrm>
          <a:prstGeom prst="rect">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8CA1B132-8E96-D961-05EC-FF899B8E5B8B}"/>
              </a:ext>
            </a:extLst>
          </p:cNvPr>
          <p:cNvPicPr>
            <a:picLocks noChangeAspect="1"/>
          </p:cNvPicPr>
          <p:nvPr/>
        </p:nvPicPr>
        <p:blipFill>
          <a:blip r:embed="rId4"/>
          <a:stretch>
            <a:fillRect/>
          </a:stretch>
        </p:blipFill>
        <p:spPr>
          <a:xfrm>
            <a:off x="877357" y="908654"/>
            <a:ext cx="962201" cy="1008239"/>
          </a:xfrm>
          <a:prstGeom prst="rect">
            <a:avLst/>
          </a:prstGeom>
        </p:spPr>
      </p:pic>
      <p:sp>
        <p:nvSpPr>
          <p:cNvPr id="43" name="Oval 42">
            <a:extLst>
              <a:ext uri="{FF2B5EF4-FFF2-40B4-BE49-F238E27FC236}">
                <a16:creationId xmlns:a16="http://schemas.microsoft.com/office/drawing/2014/main" id="{00988C56-D69E-6C25-3541-DDD5BE254D50}"/>
              </a:ext>
            </a:extLst>
          </p:cNvPr>
          <p:cNvSpPr/>
          <p:nvPr/>
        </p:nvSpPr>
        <p:spPr>
          <a:xfrm>
            <a:off x="7348697" y="981719"/>
            <a:ext cx="842374" cy="84237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1" name="Picture 40">
            <a:extLst>
              <a:ext uri="{FF2B5EF4-FFF2-40B4-BE49-F238E27FC236}">
                <a16:creationId xmlns:a16="http://schemas.microsoft.com/office/drawing/2014/main" id="{27B45199-18CF-19ED-C112-2B4B53C5FA52}"/>
              </a:ext>
            </a:extLst>
          </p:cNvPr>
          <p:cNvPicPr>
            <a:picLocks noChangeAspect="1"/>
          </p:cNvPicPr>
          <p:nvPr/>
        </p:nvPicPr>
        <p:blipFill>
          <a:blip r:embed="rId5"/>
          <a:stretch>
            <a:fillRect/>
          </a:stretch>
        </p:blipFill>
        <p:spPr>
          <a:xfrm>
            <a:off x="7341511" y="973081"/>
            <a:ext cx="856745" cy="859649"/>
          </a:xfrm>
          <a:prstGeom prst="rect">
            <a:avLst/>
          </a:prstGeom>
        </p:spPr>
      </p:pic>
    </p:spTree>
    <p:extLst>
      <p:ext uri="{BB962C8B-B14F-4D97-AF65-F5344CB8AC3E}">
        <p14:creationId xmlns:p14="http://schemas.microsoft.com/office/powerpoint/2010/main" val="36655825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DD74886-1E1E-A677-D057-030ED1056FC5}"/>
              </a:ext>
            </a:extLst>
          </p:cNvPr>
          <p:cNvSpPr/>
          <p:nvPr/>
        </p:nvSpPr>
        <p:spPr>
          <a:xfrm>
            <a:off x="-2" y="1340767"/>
            <a:ext cx="9144001" cy="424847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picture containing text, crowd&#10;&#10;Description automatically generated">
            <a:extLst>
              <a:ext uri="{FF2B5EF4-FFF2-40B4-BE49-F238E27FC236}">
                <a16:creationId xmlns:a16="http://schemas.microsoft.com/office/drawing/2014/main" id="{D91D8058-83C9-FAE3-1147-2BE933834659}"/>
              </a:ext>
            </a:extLst>
          </p:cNvPr>
          <p:cNvPicPr>
            <a:picLocks noChangeAspect="1"/>
          </p:cNvPicPr>
          <p:nvPr/>
        </p:nvPicPr>
        <p:blipFill rotWithShape="1">
          <a:blip r:embed="rId2">
            <a:alphaModFix amt="40000"/>
            <a:extLst>
              <a:ext uri="{28A0092B-C50C-407E-A947-70E740481C1C}">
                <a14:useLocalDpi xmlns:a14="http://schemas.microsoft.com/office/drawing/2010/main" val="0"/>
              </a:ext>
            </a:extLst>
          </a:blip>
          <a:srcRect t="1064" b="17223"/>
          <a:stretch/>
        </p:blipFill>
        <p:spPr>
          <a:xfrm>
            <a:off x="-1" y="1340768"/>
            <a:ext cx="9144000" cy="4248472"/>
          </a:xfrm>
          <a:prstGeom prst="rect">
            <a:avLst/>
          </a:prstGeom>
        </p:spPr>
      </p:pic>
      <p:sp>
        <p:nvSpPr>
          <p:cNvPr id="2" name="CaixaDeTexto 1"/>
          <p:cNvSpPr txBox="1"/>
          <p:nvPr/>
        </p:nvSpPr>
        <p:spPr>
          <a:xfrm>
            <a:off x="2412594" y="3244333"/>
            <a:ext cx="4318811" cy="646331"/>
          </a:xfrm>
          <a:prstGeom prst="rect">
            <a:avLst/>
          </a:prstGeom>
          <a:noFill/>
        </p:spPr>
        <p:txBody>
          <a:bodyPr wrap="none" rtlCol="0">
            <a:spAutoFit/>
          </a:bodyPr>
          <a:lstStyle/>
          <a:p>
            <a:pPr algn="ctr"/>
            <a:r>
              <a:rPr lang="en-US" dirty="0">
                <a:solidFill>
                  <a:schemeClr val="bg1"/>
                </a:solidFill>
                <a:latin typeface="Aharoni" panose="02010803020104030203" pitchFamily="2" charset="-79"/>
                <a:cs typeface="Aharoni" panose="02010803020104030203" pitchFamily="2" charset="-79"/>
              </a:rPr>
              <a:t>WELCOME TO THE CALIBRATION TOOL</a:t>
            </a:r>
          </a:p>
          <a:p>
            <a:pPr algn="ctr"/>
            <a:r>
              <a:rPr lang="en-US" dirty="0">
                <a:solidFill>
                  <a:schemeClr val="bg1"/>
                </a:solidFill>
                <a:latin typeface="Aharoni" panose="02010803020104030203" pitchFamily="2" charset="-79"/>
                <a:cs typeface="Aharoni" panose="02010803020104030203" pitchFamily="2" charset="-79"/>
              </a:rPr>
              <a:t>(this tool is a work in progress)</a:t>
            </a:r>
          </a:p>
        </p:txBody>
      </p:sp>
      <p:sp>
        <p:nvSpPr>
          <p:cNvPr id="6" name="Retângulo 5"/>
          <p:cNvSpPr/>
          <p:nvPr/>
        </p:nvSpPr>
        <p:spPr>
          <a:xfrm>
            <a:off x="-108519" y="-1"/>
            <a:ext cx="9361040" cy="1340769"/>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Retângulo 11"/>
          <p:cNvSpPr/>
          <p:nvPr/>
        </p:nvSpPr>
        <p:spPr>
          <a:xfrm>
            <a:off x="-107944" y="5589241"/>
            <a:ext cx="9361040" cy="1368152"/>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Retângulo 12"/>
          <p:cNvSpPr/>
          <p:nvPr/>
        </p:nvSpPr>
        <p:spPr>
          <a:xfrm>
            <a:off x="1513" y="0"/>
            <a:ext cx="2719014" cy="523220"/>
          </a:xfrm>
          <a:prstGeom prst="rect">
            <a:avLst/>
          </a:prstGeom>
        </p:spPr>
        <p:txBody>
          <a:bodyPr wrap="none">
            <a:spAutoFit/>
          </a:bodyPr>
          <a:lstStyle/>
          <a:p>
            <a:pPr lvl="0"/>
            <a:r>
              <a:rPr lang="en-US" sz="2800" dirty="0">
                <a:solidFill>
                  <a:prstClr val="black"/>
                </a:solidFill>
                <a:latin typeface="Aharoni" panose="02010803020104030203" pitchFamily="2" charset="-79"/>
                <a:cs typeface="Aharoni" panose="02010803020104030203" pitchFamily="2" charset="-79"/>
              </a:rPr>
              <a:t>BACKGROUND</a:t>
            </a:r>
          </a:p>
        </p:txBody>
      </p:sp>
    </p:spTree>
    <p:extLst>
      <p:ext uri="{BB962C8B-B14F-4D97-AF65-F5344CB8AC3E}">
        <p14:creationId xmlns:p14="http://schemas.microsoft.com/office/powerpoint/2010/main" val="18464749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F50A6CB6-E253-6C2F-F397-912E3825D535}"/>
              </a:ext>
            </a:extLst>
          </p:cNvPr>
          <p:cNvPicPr>
            <a:picLocks noChangeAspect="1"/>
          </p:cNvPicPr>
          <p:nvPr/>
        </p:nvPicPr>
        <p:blipFill>
          <a:blip r:embed="rId2"/>
          <a:stretch>
            <a:fillRect/>
          </a:stretch>
        </p:blipFill>
        <p:spPr>
          <a:xfrm>
            <a:off x="498661" y="1221090"/>
            <a:ext cx="8164684" cy="4380013"/>
          </a:xfrm>
          <a:prstGeom prst="rect">
            <a:avLst/>
          </a:prstGeom>
        </p:spPr>
      </p:pic>
      <p:sp>
        <p:nvSpPr>
          <p:cNvPr id="3" name="Retângulo 2"/>
          <p:cNvSpPr/>
          <p:nvPr/>
        </p:nvSpPr>
        <p:spPr>
          <a:xfrm>
            <a:off x="1801416" y="1938757"/>
            <a:ext cx="2338535" cy="629416"/>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available calibration markers. The dot in the icon indicates the target position of the marker.</a:t>
            </a:r>
            <a:endParaRPr lang="en-US" sz="1200" b="1" dirty="0">
              <a:solidFill>
                <a:srgbClr val="C00000"/>
              </a:solidFill>
              <a:latin typeface="Cabin" panose="020B0803050202020004" pitchFamily="34" charset="0"/>
            </a:endParaRPr>
          </a:p>
        </p:txBody>
      </p:sp>
      <p:sp>
        <p:nvSpPr>
          <p:cNvPr id="4" name="Fluxograma: Mesclar 3"/>
          <p:cNvSpPr/>
          <p:nvPr/>
        </p:nvSpPr>
        <p:spPr>
          <a:xfrm rot="5400000">
            <a:off x="1402067" y="2199459"/>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tângulo 4"/>
          <p:cNvSpPr/>
          <p:nvPr/>
        </p:nvSpPr>
        <p:spPr>
          <a:xfrm>
            <a:off x="527057" y="3588147"/>
            <a:ext cx="1931105" cy="992982"/>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en-US" sz="1200" b="1" dirty="0">
                <a:solidFill>
                  <a:srgbClr val="C00000"/>
                </a:solidFill>
                <a:latin typeface="Cabin" panose="020B0803050202020004" pitchFamily="34" charset="0"/>
              </a:rPr>
              <a:t>The two calibration modes, one to align the layout to the scene (“initialization”), one to refine the alignment (“refinement”)</a:t>
            </a:r>
          </a:p>
        </p:txBody>
      </p:sp>
      <p:sp>
        <p:nvSpPr>
          <p:cNvPr id="6" name="Fluxograma: Mesclar 5"/>
          <p:cNvSpPr/>
          <p:nvPr/>
        </p:nvSpPr>
        <p:spPr>
          <a:xfrm rot="10800000">
            <a:off x="1240582" y="3418191"/>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tângulo 9"/>
          <p:cNvSpPr/>
          <p:nvPr/>
        </p:nvSpPr>
        <p:spPr>
          <a:xfrm>
            <a:off x="1799692" y="2684581"/>
            <a:ext cx="2501832" cy="711880"/>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trigger of the calibration improvement. Click as many times as you want, and every time a marker position is changed</a:t>
            </a:r>
            <a:endParaRPr lang="en-US" sz="1200" b="1" dirty="0">
              <a:solidFill>
                <a:schemeClr val="tx2">
                  <a:lumMod val="60000"/>
                  <a:lumOff val="40000"/>
                </a:schemeClr>
              </a:solidFill>
              <a:latin typeface="Cabin" panose="020B0803050202020004" pitchFamily="34" charset="0"/>
            </a:endParaRPr>
          </a:p>
        </p:txBody>
      </p:sp>
      <p:sp>
        <p:nvSpPr>
          <p:cNvPr id="11" name="Fluxograma: Mesclar 10"/>
          <p:cNvSpPr/>
          <p:nvPr/>
        </p:nvSpPr>
        <p:spPr>
          <a:xfrm rot="5400000">
            <a:off x="1421650" y="2986515"/>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tângulo 11"/>
          <p:cNvSpPr/>
          <p:nvPr/>
        </p:nvSpPr>
        <p:spPr>
          <a:xfrm>
            <a:off x="3622756" y="4259012"/>
            <a:ext cx="3063083" cy="779040"/>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octagon layout, which should be aligned to the scene (especially the inner octagon), and with the main logo oriented in the same way as the actual logo in the arena.</a:t>
            </a:r>
            <a:endParaRPr lang="en-US" sz="1200" b="1" dirty="0">
              <a:solidFill>
                <a:schemeClr val="tx2">
                  <a:lumMod val="60000"/>
                  <a:lumOff val="40000"/>
                </a:schemeClr>
              </a:solidFill>
              <a:latin typeface="Cabin" panose="020B0803050202020004" pitchFamily="34" charset="0"/>
            </a:endParaRPr>
          </a:p>
        </p:txBody>
      </p:sp>
      <p:sp>
        <p:nvSpPr>
          <p:cNvPr id="13" name="Fluxograma: Mesclar 12"/>
          <p:cNvSpPr/>
          <p:nvPr/>
        </p:nvSpPr>
        <p:spPr>
          <a:xfrm rot="5400000">
            <a:off x="3214441" y="4594526"/>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tângulo de cantos arredondados 17"/>
          <p:cNvSpPr/>
          <p:nvPr/>
        </p:nvSpPr>
        <p:spPr>
          <a:xfrm>
            <a:off x="2636349" y="5805264"/>
            <a:ext cx="3840602" cy="261610"/>
          </a:xfrm>
          <a:prstGeom prst="roundRect">
            <a:avLst/>
          </a:prstGeom>
          <a:solidFill>
            <a:srgbClr val="FFFF00"/>
          </a:solidFill>
          <a:ln w="3175">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sz="1200" dirty="0">
                <a:solidFill>
                  <a:prstClr val="black"/>
                </a:solidFill>
                <a:latin typeface="Cabin" panose="020B0803050202020004" pitchFamily="34" charset="0"/>
              </a:rPr>
              <a:t>(you can close this window by clicking on top of it)</a:t>
            </a:r>
          </a:p>
        </p:txBody>
      </p:sp>
      <p:sp>
        <p:nvSpPr>
          <p:cNvPr id="16" name="Retângulo de cantos arredondados 15"/>
          <p:cNvSpPr/>
          <p:nvPr/>
        </p:nvSpPr>
        <p:spPr>
          <a:xfrm>
            <a:off x="3188498" y="548680"/>
            <a:ext cx="2736304" cy="369332"/>
          </a:xfrm>
          <a:prstGeom prst="roundRect">
            <a:avLst/>
          </a:prstGeom>
          <a:solidFill>
            <a:srgbClr val="FFFF00"/>
          </a:solidFill>
          <a:ln w="3175">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b="1" dirty="0">
                <a:solidFill>
                  <a:prstClr val="black"/>
                </a:solidFill>
                <a:latin typeface="Cabin" panose="020B0803050202020004" pitchFamily="34" charset="0"/>
              </a:rPr>
              <a:t>UFC Calibrator cheat sheet</a:t>
            </a:r>
          </a:p>
        </p:txBody>
      </p:sp>
      <p:sp>
        <p:nvSpPr>
          <p:cNvPr id="2" name="Retângulo 2">
            <a:extLst>
              <a:ext uri="{FF2B5EF4-FFF2-40B4-BE49-F238E27FC236}">
                <a16:creationId xmlns:a16="http://schemas.microsoft.com/office/drawing/2014/main" id="{3043F959-1FDE-A151-1654-1BADED1C9B80}"/>
              </a:ext>
            </a:extLst>
          </p:cNvPr>
          <p:cNvSpPr/>
          <p:nvPr/>
        </p:nvSpPr>
        <p:spPr>
          <a:xfrm>
            <a:off x="3347864" y="1315893"/>
            <a:ext cx="2338535" cy="504056"/>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overall calibraiton quality, which should be above 90%.</a:t>
            </a:r>
            <a:endParaRPr lang="en-US" sz="1200" b="1" dirty="0">
              <a:solidFill>
                <a:srgbClr val="C00000"/>
              </a:solidFill>
              <a:latin typeface="Cabin" panose="020B0803050202020004" pitchFamily="34" charset="0"/>
            </a:endParaRPr>
          </a:p>
        </p:txBody>
      </p:sp>
      <p:sp>
        <p:nvSpPr>
          <p:cNvPr id="7" name="Fluxograma: Mesclar 3">
            <a:extLst>
              <a:ext uri="{FF2B5EF4-FFF2-40B4-BE49-F238E27FC236}">
                <a16:creationId xmlns:a16="http://schemas.microsoft.com/office/drawing/2014/main" id="{58F79ABA-3513-2A27-235E-F605AC976672}"/>
              </a:ext>
            </a:extLst>
          </p:cNvPr>
          <p:cNvSpPr/>
          <p:nvPr/>
        </p:nvSpPr>
        <p:spPr>
          <a:xfrm rot="5400000">
            <a:off x="2948515" y="1513915"/>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tângulo 9">
            <a:extLst>
              <a:ext uri="{FF2B5EF4-FFF2-40B4-BE49-F238E27FC236}">
                <a16:creationId xmlns:a16="http://schemas.microsoft.com/office/drawing/2014/main" id="{E9FF015D-C100-9102-FA81-D60BB53301AE}"/>
              </a:ext>
            </a:extLst>
          </p:cNvPr>
          <p:cNvSpPr/>
          <p:nvPr/>
        </p:nvSpPr>
        <p:spPr>
          <a:xfrm>
            <a:off x="5141507" y="2072451"/>
            <a:ext cx="3138905" cy="1220098"/>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calibration makers. Notice the quality (top) and the name (bottom) of each marker, which should be above 90% and correspond to the actual octagon, respectively. The red bar is a suggestion on how the marker may be moved to improve the (current) calibration.</a:t>
            </a:r>
            <a:endParaRPr lang="en-US" sz="1200" b="1" dirty="0">
              <a:solidFill>
                <a:schemeClr val="tx2">
                  <a:lumMod val="60000"/>
                  <a:lumOff val="40000"/>
                </a:schemeClr>
              </a:solidFill>
              <a:latin typeface="Cabin" panose="020B0803050202020004" pitchFamily="34" charset="0"/>
            </a:endParaRPr>
          </a:p>
        </p:txBody>
      </p:sp>
      <p:sp>
        <p:nvSpPr>
          <p:cNvPr id="17" name="Fluxograma: Mesclar 10">
            <a:extLst>
              <a:ext uri="{FF2B5EF4-FFF2-40B4-BE49-F238E27FC236}">
                <a16:creationId xmlns:a16="http://schemas.microsoft.com/office/drawing/2014/main" id="{9A8FDAF7-BDDA-8068-3B22-5C8147961DD9}"/>
              </a:ext>
            </a:extLst>
          </p:cNvPr>
          <p:cNvSpPr/>
          <p:nvPr/>
        </p:nvSpPr>
        <p:spPr>
          <a:xfrm rot="5400000">
            <a:off x="4763466" y="2628494"/>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40733409"/>
      </p:ext>
    </p:extLst>
  </p:cSld>
  <p:clrMapOvr>
    <a:masterClrMapping/>
  </p:clrMapOvr>
</p:sld>
</file>

<file path=ppt/theme/theme1.xml><?xml version="1.0" encoding="utf-8"?>
<a:theme xmlns:a="http://schemas.openxmlformats.org/drawingml/2006/main" name="Tema do Office">
  <a:themeElements>
    <a:clrScheme name="Escritório">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Escritóri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16413</TotalTime>
  <Words>316</Words>
  <Application>Microsoft Office PowerPoint</Application>
  <PresentationFormat>On-screen Show (4:3)</PresentationFormat>
  <Paragraphs>47</Paragraphs>
  <Slides>9</Slides>
  <Notes>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Aharoni</vt:lpstr>
      <vt:lpstr>Aptos</vt:lpstr>
      <vt:lpstr>Arial</vt:lpstr>
      <vt:lpstr>Blue Highway D Type</vt:lpstr>
      <vt:lpstr>Cabin</vt:lpstr>
      <vt:lpstr>Calibri</vt:lpstr>
      <vt:lpstr>Verdana</vt:lpstr>
      <vt:lpstr>Tema do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Apresentação do PowerPoint</dc:title>
  <dc:creator>Dietrich</dc:creator>
  <cp:lastModifiedBy>Carlos Dietrich</cp:lastModifiedBy>
  <cp:revision>75</cp:revision>
  <dcterms:created xsi:type="dcterms:W3CDTF">2015-11-17T21:27:19Z</dcterms:created>
  <dcterms:modified xsi:type="dcterms:W3CDTF">2024-08-30T20:59:20Z</dcterms:modified>
</cp:coreProperties>
</file>
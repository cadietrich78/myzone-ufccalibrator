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63" r:id="rId2"/>
    <p:sldId id="362" r:id="rId3"/>
    <p:sldId id="360" r:id="rId4"/>
    <p:sldId id="293" r:id="rId5"/>
    <p:sldId id="356" r:id="rId6"/>
    <p:sldId id="358" r:id="rId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FF00"/>
    <a:srgbClr val="FFFFCC"/>
    <a:srgbClr val="B7D2D5"/>
    <a:srgbClr val="008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p:cViewPr varScale="1">
        <p:scale>
          <a:sx n="121" d="100"/>
          <a:sy n="121" d="100"/>
        </p:scale>
        <p:origin x="1590" y="11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11/13/2023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11/13/2023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11/13/2023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11/13/2023</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11/13/2023</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11/13/2023</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11/13/2023</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11/13/2023</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11/13/2023</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11/13/2023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11/13/2023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11/13/2023</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D3D1E270-5B36-F985-7ABA-6CEE53D91437}"/>
              </a:ext>
            </a:extLst>
          </p:cNvPr>
          <p:cNvGrpSpPr/>
          <p:nvPr/>
        </p:nvGrpSpPr>
        <p:grpSpPr>
          <a:xfrm>
            <a:off x="2369175" y="314661"/>
            <a:ext cx="4405650" cy="6228678"/>
            <a:chOff x="382374" y="2041420"/>
            <a:chExt cx="3049898" cy="4311925"/>
          </a:xfrm>
        </p:grpSpPr>
        <p:pic>
          <p:nvPicPr>
            <p:cNvPr id="2" name="Picture 1">
              <a:extLst>
                <a:ext uri="{FF2B5EF4-FFF2-40B4-BE49-F238E27FC236}">
                  <a16:creationId xmlns:a16="http://schemas.microsoft.com/office/drawing/2014/main" id="{0C84C60C-07B3-F062-A7EB-CF6BC6EDFAC8}"/>
                </a:ext>
              </a:extLst>
            </p:cNvPr>
            <p:cNvPicPr>
              <a:picLocks noChangeAspect="1"/>
            </p:cNvPicPr>
            <p:nvPr/>
          </p:nvPicPr>
          <p:blipFill>
            <a:blip r:embed="rId2"/>
            <a:stretch>
              <a:fillRect/>
            </a:stretch>
          </p:blipFill>
          <p:spPr>
            <a:xfrm>
              <a:off x="382374" y="2041420"/>
              <a:ext cx="3049898" cy="4311925"/>
            </a:xfrm>
            <a:prstGeom prst="rect">
              <a:avLst/>
            </a:prstGeom>
          </p:spPr>
        </p:pic>
        <p:sp>
          <p:nvSpPr>
            <p:cNvPr id="3" name="Oval 2">
              <a:extLst>
                <a:ext uri="{FF2B5EF4-FFF2-40B4-BE49-F238E27FC236}">
                  <a16:creationId xmlns:a16="http://schemas.microsoft.com/office/drawing/2014/main" id="{F972C471-CDF3-1D8A-83E3-F85338B3966E}"/>
                </a:ext>
              </a:extLst>
            </p:cNvPr>
            <p:cNvSpPr/>
            <p:nvPr/>
          </p:nvSpPr>
          <p:spPr>
            <a:xfrm>
              <a:off x="663430" y="5905687"/>
              <a:ext cx="168676" cy="168675"/>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1</a:t>
              </a:r>
            </a:p>
          </p:txBody>
        </p:sp>
        <p:sp>
          <p:nvSpPr>
            <p:cNvPr id="4" name="Oval 3">
              <a:extLst>
                <a:ext uri="{FF2B5EF4-FFF2-40B4-BE49-F238E27FC236}">
                  <a16:creationId xmlns:a16="http://schemas.microsoft.com/office/drawing/2014/main" id="{D5F8B3DA-3C79-965A-B635-079526E77C68}"/>
                </a:ext>
              </a:extLst>
            </p:cNvPr>
            <p:cNvSpPr/>
            <p:nvPr/>
          </p:nvSpPr>
          <p:spPr>
            <a:xfrm>
              <a:off x="848975" y="4834501"/>
              <a:ext cx="168676" cy="168675"/>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0</a:t>
              </a:r>
            </a:p>
          </p:txBody>
        </p:sp>
        <p:sp>
          <p:nvSpPr>
            <p:cNvPr id="5" name="Oval 4">
              <a:extLst>
                <a:ext uri="{FF2B5EF4-FFF2-40B4-BE49-F238E27FC236}">
                  <a16:creationId xmlns:a16="http://schemas.microsoft.com/office/drawing/2014/main" id="{017D4177-F833-E6A0-9D5E-EE313F961455}"/>
                </a:ext>
              </a:extLst>
            </p:cNvPr>
            <p:cNvSpPr/>
            <p:nvPr/>
          </p:nvSpPr>
          <p:spPr>
            <a:xfrm>
              <a:off x="2702347" y="4766171"/>
              <a:ext cx="168676" cy="168675"/>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2</a:t>
              </a:r>
            </a:p>
          </p:txBody>
        </p:sp>
        <p:sp>
          <p:nvSpPr>
            <p:cNvPr id="6" name="Oval 5">
              <a:extLst>
                <a:ext uri="{FF2B5EF4-FFF2-40B4-BE49-F238E27FC236}">
                  <a16:creationId xmlns:a16="http://schemas.microsoft.com/office/drawing/2014/main" id="{CC51132E-F37D-6D4E-2A33-FDF6A7376E0A}"/>
                </a:ext>
              </a:extLst>
            </p:cNvPr>
            <p:cNvSpPr/>
            <p:nvPr/>
          </p:nvSpPr>
          <p:spPr>
            <a:xfrm>
              <a:off x="1738647" y="4113044"/>
              <a:ext cx="168676" cy="168675"/>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3</a:t>
              </a:r>
            </a:p>
          </p:txBody>
        </p:sp>
        <p:sp>
          <p:nvSpPr>
            <p:cNvPr id="7" name="Oval 6">
              <a:extLst>
                <a:ext uri="{FF2B5EF4-FFF2-40B4-BE49-F238E27FC236}">
                  <a16:creationId xmlns:a16="http://schemas.microsoft.com/office/drawing/2014/main" id="{95FCF3DC-4F92-AFAD-A593-0131B1180E72}"/>
                </a:ext>
              </a:extLst>
            </p:cNvPr>
            <p:cNvSpPr/>
            <p:nvPr/>
          </p:nvSpPr>
          <p:spPr>
            <a:xfrm>
              <a:off x="2442530" y="4097036"/>
              <a:ext cx="168676" cy="168675"/>
            </a:xfrm>
            <a:prstGeom prst="ellipse">
              <a:avLst/>
            </a:prstGeom>
            <a:solidFill>
              <a:srgbClr val="FFF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4</a:t>
              </a:r>
            </a:p>
          </p:txBody>
        </p:sp>
        <p:sp>
          <p:nvSpPr>
            <p:cNvPr id="8" name="Oval 7">
              <a:extLst>
                <a:ext uri="{FF2B5EF4-FFF2-40B4-BE49-F238E27FC236}">
                  <a16:creationId xmlns:a16="http://schemas.microsoft.com/office/drawing/2014/main" id="{4B4D7609-5821-D3EA-D7B8-3B7C3EAAD325}"/>
                </a:ext>
              </a:extLst>
            </p:cNvPr>
            <p:cNvSpPr/>
            <p:nvPr/>
          </p:nvSpPr>
          <p:spPr>
            <a:xfrm>
              <a:off x="1701067" y="2197071"/>
              <a:ext cx="168676" cy="168675"/>
            </a:xfrm>
            <a:prstGeom prst="ellipse">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5</a:t>
              </a:r>
            </a:p>
          </p:txBody>
        </p:sp>
        <p:sp>
          <p:nvSpPr>
            <p:cNvPr id="9" name="Oval 8">
              <a:extLst>
                <a:ext uri="{FF2B5EF4-FFF2-40B4-BE49-F238E27FC236}">
                  <a16:creationId xmlns:a16="http://schemas.microsoft.com/office/drawing/2014/main" id="{7C59F348-2C95-235D-4F74-E41E9CEA97F2}"/>
                </a:ext>
              </a:extLst>
            </p:cNvPr>
            <p:cNvSpPr/>
            <p:nvPr/>
          </p:nvSpPr>
          <p:spPr>
            <a:xfrm>
              <a:off x="2476511" y="2213847"/>
              <a:ext cx="168676" cy="168675"/>
            </a:xfrm>
            <a:prstGeom prst="ellipse">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Abadi" panose="020B0604020104020204" pitchFamily="34" charset="0"/>
                  <a:cs typeface="Aharoni" panose="02010803020104030203" pitchFamily="2" charset="-79"/>
                </a:rPr>
                <a:t>6</a:t>
              </a:r>
            </a:p>
          </p:txBody>
        </p:sp>
        <p:cxnSp>
          <p:nvCxnSpPr>
            <p:cNvPr id="10" name="Straight Arrow Connector 9">
              <a:extLst>
                <a:ext uri="{FF2B5EF4-FFF2-40B4-BE49-F238E27FC236}">
                  <a16:creationId xmlns:a16="http://schemas.microsoft.com/office/drawing/2014/main" id="{F5DAA5ED-04F5-F536-EA46-D77ED99A09E3}"/>
                </a:ext>
              </a:extLst>
            </p:cNvPr>
            <p:cNvCxnSpPr>
              <a:cxnSpLocks/>
              <a:stCxn id="4" idx="6"/>
            </p:cNvCxnSpPr>
            <p:nvPr/>
          </p:nvCxnSpPr>
          <p:spPr>
            <a:xfrm flipV="1">
              <a:off x="1017651" y="4918838"/>
              <a:ext cx="551161"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C6EE089-1CA7-8718-F78D-FD6225129DE5}"/>
                </a:ext>
              </a:extLst>
            </p:cNvPr>
            <p:cNvCxnSpPr>
              <a:stCxn id="4" idx="0"/>
            </p:cNvCxnSpPr>
            <p:nvPr/>
          </p:nvCxnSpPr>
          <p:spPr>
            <a:xfrm flipV="1">
              <a:off x="933313" y="4281719"/>
              <a:ext cx="0" cy="552782"/>
            </a:xfrm>
            <a:prstGeom prst="straightConnector1">
              <a:avLst/>
            </a:prstGeom>
            <a:ln w="57150">
              <a:solidFill>
                <a:srgbClr val="00FF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46673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person standing in a gym&#10;&#10;Description automatically generated">
            <a:extLst>
              <a:ext uri="{FF2B5EF4-FFF2-40B4-BE49-F238E27FC236}">
                <a16:creationId xmlns:a16="http://schemas.microsoft.com/office/drawing/2014/main" id="{61F3CE29-A15D-BDAE-F1EF-335EC6C5D384}"/>
              </a:ext>
            </a:extLst>
          </p:cNvPr>
          <p:cNvPicPr>
            <a:picLocks noChangeAspect="1"/>
          </p:cNvPicPr>
          <p:nvPr/>
        </p:nvPicPr>
        <p:blipFill rotWithShape="1">
          <a:blip r:embed="rId2">
            <a:extLst>
              <a:ext uri="{28A0092B-C50C-407E-A947-70E740481C1C}">
                <a14:useLocalDpi xmlns:a14="http://schemas.microsoft.com/office/drawing/2010/main" val="0"/>
              </a:ext>
            </a:extLst>
          </a:blip>
          <a:srcRect l="22000" t="15334" r="13000" b="6443"/>
          <a:stretch/>
        </p:blipFill>
        <p:spPr>
          <a:xfrm>
            <a:off x="153862" y="438261"/>
            <a:ext cx="8836275" cy="5981478"/>
          </a:xfrm>
          <a:prstGeom prst="rect">
            <a:avLst/>
          </a:prstGeom>
        </p:spPr>
      </p:pic>
      <p:sp>
        <p:nvSpPr>
          <p:cNvPr id="6" name="Retângulo 63">
            <a:extLst>
              <a:ext uri="{FF2B5EF4-FFF2-40B4-BE49-F238E27FC236}">
                <a16:creationId xmlns:a16="http://schemas.microsoft.com/office/drawing/2014/main" id="{993E69D3-F666-BAAF-BC1D-F46EB9361D18}"/>
              </a:ext>
            </a:extLst>
          </p:cNvPr>
          <p:cNvSpPr/>
          <p:nvPr/>
        </p:nvSpPr>
        <p:spPr>
          <a:xfrm>
            <a:off x="6979796" y="4333572"/>
            <a:ext cx="1048588" cy="10485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Elipse 167">
            <a:extLst>
              <a:ext uri="{FF2B5EF4-FFF2-40B4-BE49-F238E27FC236}">
                <a16:creationId xmlns:a16="http://schemas.microsoft.com/office/drawing/2014/main" id="{BA88E762-58AE-04F6-21BA-3417622E08FE}"/>
              </a:ext>
            </a:extLst>
          </p:cNvPr>
          <p:cNvSpPr/>
          <p:nvPr/>
        </p:nvSpPr>
        <p:spPr>
          <a:xfrm rot="5400000">
            <a:off x="7432082" y="4785858"/>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2" name="Retângulo 63">
            <a:extLst>
              <a:ext uri="{FF2B5EF4-FFF2-40B4-BE49-F238E27FC236}">
                <a16:creationId xmlns:a16="http://schemas.microsoft.com/office/drawing/2014/main" id="{0E4B67C1-6FC8-1E5B-B083-8E4FA29F9E39}"/>
              </a:ext>
            </a:extLst>
          </p:cNvPr>
          <p:cNvSpPr/>
          <p:nvPr/>
        </p:nvSpPr>
        <p:spPr>
          <a:xfrm>
            <a:off x="3379396" y="3948822"/>
            <a:ext cx="1192604" cy="1192604"/>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Elipse 167">
            <a:extLst>
              <a:ext uri="{FF2B5EF4-FFF2-40B4-BE49-F238E27FC236}">
                <a16:creationId xmlns:a16="http://schemas.microsoft.com/office/drawing/2014/main" id="{D74A2D5B-9C38-14AD-E705-E0E68CAED3B4}"/>
              </a:ext>
            </a:extLst>
          </p:cNvPr>
          <p:cNvSpPr/>
          <p:nvPr/>
        </p:nvSpPr>
        <p:spPr>
          <a:xfrm rot="5400000">
            <a:off x="3903690" y="447311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Retângulo 63">
            <a:extLst>
              <a:ext uri="{FF2B5EF4-FFF2-40B4-BE49-F238E27FC236}">
                <a16:creationId xmlns:a16="http://schemas.microsoft.com/office/drawing/2014/main" id="{F842D4A5-DA9B-537F-7E8D-345684783FB0}"/>
              </a:ext>
            </a:extLst>
          </p:cNvPr>
          <p:cNvSpPr/>
          <p:nvPr/>
        </p:nvSpPr>
        <p:spPr>
          <a:xfrm>
            <a:off x="3009228" y="1277704"/>
            <a:ext cx="1356876" cy="1343442"/>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Elipse 167">
            <a:extLst>
              <a:ext uri="{FF2B5EF4-FFF2-40B4-BE49-F238E27FC236}">
                <a16:creationId xmlns:a16="http://schemas.microsoft.com/office/drawing/2014/main" id="{CB0A1A18-64F0-C657-A079-1C97964204F9}"/>
              </a:ext>
            </a:extLst>
          </p:cNvPr>
          <p:cNvSpPr/>
          <p:nvPr/>
        </p:nvSpPr>
        <p:spPr>
          <a:xfrm rot="5400000">
            <a:off x="3614938" y="1877417"/>
            <a:ext cx="14545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Retângulo 63">
            <a:extLst>
              <a:ext uri="{FF2B5EF4-FFF2-40B4-BE49-F238E27FC236}">
                <a16:creationId xmlns:a16="http://schemas.microsoft.com/office/drawing/2014/main" id="{D803F588-EDEB-1915-ABF3-F7DEBE6DE379}"/>
              </a:ext>
            </a:extLst>
          </p:cNvPr>
          <p:cNvSpPr/>
          <p:nvPr/>
        </p:nvSpPr>
        <p:spPr>
          <a:xfrm>
            <a:off x="1637560" y="2717864"/>
            <a:ext cx="918216" cy="918216"/>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Elipse 167">
            <a:extLst>
              <a:ext uri="{FF2B5EF4-FFF2-40B4-BE49-F238E27FC236}">
                <a16:creationId xmlns:a16="http://schemas.microsoft.com/office/drawing/2014/main" id="{CF159CE1-33E7-A66B-5C31-B267A64C3677}"/>
              </a:ext>
            </a:extLst>
          </p:cNvPr>
          <p:cNvSpPr/>
          <p:nvPr/>
        </p:nvSpPr>
        <p:spPr>
          <a:xfrm rot="5400000">
            <a:off x="2024660" y="310496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8" name="Retângulo 63">
            <a:extLst>
              <a:ext uri="{FF2B5EF4-FFF2-40B4-BE49-F238E27FC236}">
                <a16:creationId xmlns:a16="http://schemas.microsoft.com/office/drawing/2014/main" id="{F84487F1-CBD8-54C7-9EBA-5A4770E98DF5}"/>
              </a:ext>
            </a:extLst>
          </p:cNvPr>
          <p:cNvSpPr/>
          <p:nvPr/>
        </p:nvSpPr>
        <p:spPr>
          <a:xfrm>
            <a:off x="1771571" y="2060848"/>
            <a:ext cx="951870" cy="951870"/>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Elipse 167">
            <a:extLst>
              <a:ext uri="{FF2B5EF4-FFF2-40B4-BE49-F238E27FC236}">
                <a16:creationId xmlns:a16="http://schemas.microsoft.com/office/drawing/2014/main" id="{D510209E-94FB-6188-6739-6DD10E22700D}"/>
              </a:ext>
            </a:extLst>
          </p:cNvPr>
          <p:cNvSpPr/>
          <p:nvPr/>
        </p:nvSpPr>
        <p:spPr>
          <a:xfrm rot="5400000">
            <a:off x="2175498" y="246477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0522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a:extLst>
              <a:ext uri="{FF2B5EF4-FFF2-40B4-BE49-F238E27FC236}">
                <a16:creationId xmlns:a16="http://schemas.microsoft.com/office/drawing/2014/main" id="{51424F96-00A3-4D44-AB7E-61B1897052E3}"/>
              </a:ext>
            </a:extLst>
          </p:cNvPr>
          <p:cNvPicPr>
            <a:picLocks noChangeAspect="1"/>
          </p:cNvPicPr>
          <p:nvPr/>
        </p:nvPicPr>
        <p:blipFill rotWithShape="1">
          <a:blip r:embed="rId2">
            <a:duotone>
              <a:prstClr val="black"/>
              <a:schemeClr val="tx2">
                <a:tint val="45000"/>
                <a:satMod val="400000"/>
              </a:schemeClr>
            </a:duotone>
            <a:extLst>
              <a:ext uri="{BEBA8EAE-BF5A-486C-A8C5-ECC9F3942E4B}">
                <a14:imgProps xmlns:a14="http://schemas.microsoft.com/office/drawing/2010/main">
                  <a14:imgLayer r:embed="rId3">
                    <a14:imgEffect>
                      <a14:brightnessContrast bright="-78000"/>
                    </a14:imgEffect>
                  </a14:imgLayer>
                </a14:imgProps>
              </a:ext>
              <a:ext uri="{28A0092B-C50C-407E-A947-70E740481C1C}">
                <a14:useLocalDpi xmlns:a14="http://schemas.microsoft.com/office/drawing/2010/main" val="0"/>
              </a:ext>
            </a:extLst>
          </a:blip>
          <a:srcRect l="256" r="256"/>
          <a:stretch/>
        </p:blipFill>
        <p:spPr>
          <a:xfrm>
            <a:off x="731520" y="768663"/>
            <a:ext cx="7651020" cy="5569384"/>
          </a:xfrm>
          <a:prstGeom prst="rect">
            <a:avLst/>
          </a:prstGeom>
        </p:spPr>
      </p:pic>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CA1B132-8E96-D961-05EC-FF899B8E5B8B}"/>
              </a:ext>
            </a:extLst>
          </p:cNvPr>
          <p:cNvPicPr>
            <a:picLocks noChangeAspect="1"/>
          </p:cNvPicPr>
          <p:nvPr/>
        </p:nvPicPr>
        <p:blipFill>
          <a:blip r:embed="rId4"/>
          <a:stretch>
            <a:fillRect/>
          </a:stretch>
        </p:blipFill>
        <p:spPr>
          <a:xfrm>
            <a:off x="822136" y="833155"/>
            <a:ext cx="962201" cy="1008239"/>
          </a:xfrm>
          <a:prstGeom prst="rect">
            <a:avLst/>
          </a:prstGeom>
        </p:spPr>
      </p:pic>
      <p:pic>
        <p:nvPicPr>
          <p:cNvPr id="8" name="Picture 7">
            <a:extLst>
              <a:ext uri="{FF2B5EF4-FFF2-40B4-BE49-F238E27FC236}">
                <a16:creationId xmlns:a16="http://schemas.microsoft.com/office/drawing/2014/main" id="{7F919867-D511-B47D-9AB1-B60880BB0A21}"/>
              </a:ext>
            </a:extLst>
          </p:cNvPr>
          <p:cNvPicPr>
            <a:picLocks noChangeAspect="1"/>
          </p:cNvPicPr>
          <p:nvPr/>
        </p:nvPicPr>
        <p:blipFill rotWithShape="1">
          <a:blip r:embed="rId5"/>
          <a:srcRect l="22880" t="3519" r="21737" b="17897"/>
          <a:stretch/>
        </p:blipFill>
        <p:spPr>
          <a:xfrm>
            <a:off x="2276587" y="1020827"/>
            <a:ext cx="5113744" cy="448056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753600" y="4470209"/>
            <a:ext cx="7651020" cy="98488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64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THE Calibrator </a:t>
            </a:r>
            <a:r>
              <a:rPr lang="pt-BR"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1.0.0</a:t>
            </a:r>
            <a:endParaRPr lang="en-US"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27699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This app is supplied "AS IS".  The Contributing Authors disclaim all warranties, expressed or implied, including, without limitation, the warranties of merchantability and of fitness for any purpose. The Contributing Authors assume no liability for direct, indirect, incidental, special, exemplary, or consequential damages, which may result from the use of the this app, even if advised of the possibility of such damage.</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Picture 12" descr="A white circle with a black background&#10;&#10;Description automatically generated">
            <a:extLst>
              <a:ext uri="{FF2B5EF4-FFF2-40B4-BE49-F238E27FC236}">
                <a16:creationId xmlns:a16="http://schemas.microsoft.com/office/drawing/2014/main" id="{4442F27D-EA25-B11E-A3E3-A8725E30ED9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87333" y="908654"/>
            <a:ext cx="851707" cy="851707"/>
          </a:xfrm>
          <a:prstGeom prst="rect">
            <a:avLst/>
          </a:prstGeom>
        </p:spPr>
      </p:pic>
    </p:spTree>
    <p:extLst>
      <p:ext uri="{BB962C8B-B14F-4D97-AF65-F5344CB8AC3E}">
        <p14:creationId xmlns:p14="http://schemas.microsoft.com/office/powerpoint/2010/main" val="1270884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The Magic behind Camera Calibration | Medium">
            <a:extLst>
              <a:ext uri="{FF2B5EF4-FFF2-40B4-BE49-F238E27FC236}">
                <a16:creationId xmlns:a16="http://schemas.microsoft.com/office/drawing/2014/main" id="{830D291F-9DDE-4F62-840E-B22CE12681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9999"/>
          <a:stretch/>
        </p:blipFill>
        <p:spPr bwMode="auto">
          <a:xfrm>
            <a:off x="0" y="1340765"/>
            <a:ext cx="9144000" cy="4248473"/>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aixaDeTexto 1"/>
          <p:cNvSpPr txBox="1"/>
          <p:nvPr/>
        </p:nvSpPr>
        <p:spPr>
          <a:xfrm>
            <a:off x="2412594" y="3244333"/>
            <a:ext cx="4318811"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B8EC03-122F-DB50-4288-E24D7016D367}"/>
              </a:ext>
            </a:extLst>
          </p:cNvPr>
          <p:cNvPicPr>
            <a:picLocks noChangeAspect="1"/>
          </p:cNvPicPr>
          <p:nvPr/>
        </p:nvPicPr>
        <p:blipFill>
          <a:blip r:embed="rId2"/>
          <a:stretch>
            <a:fillRect/>
          </a:stretch>
        </p:blipFill>
        <p:spPr>
          <a:xfrm>
            <a:off x="0" y="976312"/>
            <a:ext cx="9144000" cy="4905375"/>
          </a:xfrm>
          <a:prstGeom prst="rect">
            <a:avLst/>
          </a:prstGeom>
        </p:spPr>
      </p:pic>
      <p:pic>
        <p:nvPicPr>
          <p:cNvPr id="5" name="Picture 4" descr="A picture containing text, book&#10;&#10;Description automatically generated">
            <a:extLst>
              <a:ext uri="{FF2B5EF4-FFF2-40B4-BE49-F238E27FC236}">
                <a16:creationId xmlns:a16="http://schemas.microsoft.com/office/drawing/2014/main" id="{5C66FF3B-208C-641F-0E71-1688F76B3D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4052" y="2082213"/>
            <a:ext cx="3635896" cy="2693572"/>
          </a:xfrm>
          <a:prstGeom prst="rect">
            <a:avLst/>
          </a:prstGeom>
        </p:spPr>
      </p:pic>
    </p:spTree>
    <p:extLst>
      <p:ext uri="{BB962C8B-B14F-4D97-AF65-F5344CB8AC3E}">
        <p14:creationId xmlns:p14="http://schemas.microsoft.com/office/powerpoint/2010/main" val="925424427"/>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14990</TotalTime>
  <Words>292</Words>
  <Application>Microsoft Office PowerPoint</Application>
  <PresentationFormat>On-screen Show (4:3)</PresentationFormat>
  <Paragraphs>22</Paragraphs>
  <Slides>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vt:i4>
      </vt:variant>
    </vt:vector>
  </HeadingPairs>
  <TitlesOfParts>
    <vt:vector size="14" baseType="lpstr">
      <vt:lpstr>Abadi</vt:lpstr>
      <vt:lpstr>Aharoni</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67</cp:revision>
  <dcterms:created xsi:type="dcterms:W3CDTF">2015-11-17T21:27:19Z</dcterms:created>
  <dcterms:modified xsi:type="dcterms:W3CDTF">2023-11-13T16:40:49Z</dcterms:modified>
</cp:coreProperties>
</file>
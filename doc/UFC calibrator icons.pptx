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360" r:id="rId2"/>
    <p:sldId id="362" r:id="rId3"/>
    <p:sldId id="359" r:id="rId4"/>
    <p:sldId id="293" r:id="rId5"/>
    <p:sldId id="356" r:id="rId6"/>
    <p:sldId id="358" r:id="rId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00FF00"/>
    <a:srgbClr val="FFFFCC"/>
    <a:srgbClr val="B7D2D5"/>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457" autoAdjust="0"/>
    <p:restoredTop sz="94660"/>
  </p:normalViewPr>
  <p:slideViewPr>
    <p:cSldViewPr>
      <p:cViewPr varScale="1">
        <p:scale>
          <a:sx n="108" d="100"/>
          <a:sy n="108" d="100"/>
        </p:scale>
        <p:origin x="1980" y="10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685800" y="2130425"/>
            <a:ext cx="7772400" cy="1470025"/>
          </a:xfrm>
        </p:spPr>
        <p:txBody>
          <a:bodyPr/>
          <a:lstStyle/>
          <a:p>
            <a:r>
              <a:rPr lang="pt-BR"/>
              <a:t>Clique para editar o título mestre</a:t>
            </a:r>
            <a:endParaRPr lang="en-US"/>
          </a:p>
        </p:txBody>
      </p:sp>
      <p:sp>
        <p:nvSpPr>
          <p:cNvPr id="3" name="Subtítulo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pt-BR"/>
              <a:t>Clique para editar o estilo do subtítulo mestre</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3/11/2024</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4199100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idx="1"/>
          </p:nvPr>
        </p:nvSpPr>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3/11/2024</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671741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p:cNvSpPr>
            <a:spLocks noGrp="1"/>
          </p:cNvSpPr>
          <p:nvPr>
            <p:ph type="title"/>
          </p:nvPr>
        </p:nvSpPr>
        <p:spPr>
          <a:xfrm>
            <a:off x="722313" y="4406900"/>
            <a:ext cx="7772400" cy="1362075"/>
          </a:xfrm>
        </p:spPr>
        <p:txBody>
          <a:bodyPr anchor="t"/>
          <a:lstStyle>
            <a:lvl1pPr algn="l">
              <a:defRPr sz="4000" b="1" cap="all"/>
            </a:lvl1pPr>
          </a:lstStyle>
          <a:p>
            <a:r>
              <a:rPr lang="pt-BR"/>
              <a:t>Clique para editar o título mestre</a:t>
            </a:r>
            <a:endParaRPr lang="en-US"/>
          </a:p>
        </p:txBody>
      </p:sp>
      <p:sp>
        <p:nvSpPr>
          <p:cNvPr id="3" name="Espaço Reservado para Texto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BR"/>
              <a:t>Clique para editar o texto mestre</a:t>
            </a:r>
          </a:p>
        </p:txBody>
      </p:sp>
      <p:sp>
        <p:nvSpPr>
          <p:cNvPr id="4" name="Espaço Reservado para Data 3"/>
          <p:cNvSpPr>
            <a:spLocks noGrp="1"/>
          </p:cNvSpPr>
          <p:nvPr>
            <p:ph type="dt" sz="half" idx="10"/>
          </p:nvPr>
        </p:nvSpPr>
        <p:spPr/>
        <p:txBody>
          <a:bodyPr/>
          <a:lstStyle/>
          <a:p>
            <a:fld id="{A9A6E6A7-8BB5-4312-AC96-9EE02D82EB11}" type="datetimeFigureOut">
              <a:rPr lang="en-US" smtClean="0"/>
              <a:t>3/11/2024</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740061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Conteúdo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Data 4"/>
          <p:cNvSpPr>
            <a:spLocks noGrp="1"/>
          </p:cNvSpPr>
          <p:nvPr>
            <p:ph type="dt" sz="half" idx="10"/>
          </p:nvPr>
        </p:nvSpPr>
        <p:spPr/>
        <p:txBody>
          <a:bodyPr/>
          <a:lstStyle/>
          <a:p>
            <a:fld id="{A9A6E6A7-8BB5-4312-AC96-9EE02D82EB11}" type="datetimeFigureOut">
              <a:rPr lang="en-US" smtClean="0"/>
              <a:t>3/11/2024</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16123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lvl1pPr>
              <a:defRPr/>
            </a:lvl1pPr>
          </a:lstStyle>
          <a:p>
            <a:r>
              <a:rPr lang="pt-BR"/>
              <a:t>Clique para editar o título mestre</a:t>
            </a:r>
            <a:endParaRPr lang="en-US"/>
          </a:p>
        </p:txBody>
      </p:sp>
      <p:sp>
        <p:nvSpPr>
          <p:cNvPr id="3" name="Espaço Reservado para Texto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4" name="Espaço Reservado para Conteúdo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Texto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6" name="Espaço Reservado para Conteúdo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Espaço Reservado para Data 6"/>
          <p:cNvSpPr>
            <a:spLocks noGrp="1"/>
          </p:cNvSpPr>
          <p:nvPr>
            <p:ph type="dt" sz="half" idx="10"/>
          </p:nvPr>
        </p:nvSpPr>
        <p:spPr/>
        <p:txBody>
          <a:bodyPr/>
          <a:lstStyle/>
          <a:p>
            <a:fld id="{A9A6E6A7-8BB5-4312-AC96-9EE02D82EB11}" type="datetimeFigureOut">
              <a:rPr lang="en-US" smtClean="0"/>
              <a:t>3/11/2024</a:t>
            </a:fld>
            <a:endParaRPr lang="en-US"/>
          </a:p>
        </p:txBody>
      </p:sp>
      <p:sp>
        <p:nvSpPr>
          <p:cNvPr id="8" name="Espaço Reservado para Rodapé 7"/>
          <p:cNvSpPr>
            <a:spLocks noGrp="1"/>
          </p:cNvSpPr>
          <p:nvPr>
            <p:ph type="ftr" sz="quarter" idx="11"/>
          </p:nvPr>
        </p:nvSpPr>
        <p:spPr/>
        <p:txBody>
          <a:bodyPr/>
          <a:lstStyle/>
          <a:p>
            <a:endParaRPr lang="en-US"/>
          </a:p>
        </p:txBody>
      </p:sp>
      <p:sp>
        <p:nvSpPr>
          <p:cNvPr id="9" name="Espaço Reservado para Número de Slide 8"/>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0679347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Data 2"/>
          <p:cNvSpPr>
            <a:spLocks noGrp="1"/>
          </p:cNvSpPr>
          <p:nvPr>
            <p:ph type="dt" sz="half" idx="10"/>
          </p:nvPr>
        </p:nvSpPr>
        <p:spPr/>
        <p:txBody>
          <a:bodyPr/>
          <a:lstStyle/>
          <a:p>
            <a:fld id="{A9A6E6A7-8BB5-4312-AC96-9EE02D82EB11}" type="datetimeFigureOut">
              <a:rPr lang="en-US" smtClean="0"/>
              <a:t>3/11/2024</a:t>
            </a:fld>
            <a:endParaRPr lang="en-US"/>
          </a:p>
        </p:txBody>
      </p:sp>
      <p:sp>
        <p:nvSpPr>
          <p:cNvPr id="4" name="Espaço Reservado para Rodapé 3"/>
          <p:cNvSpPr>
            <a:spLocks noGrp="1"/>
          </p:cNvSpPr>
          <p:nvPr>
            <p:ph type="ftr" sz="quarter" idx="11"/>
          </p:nvPr>
        </p:nvSpPr>
        <p:spPr/>
        <p:txBody>
          <a:bodyPr/>
          <a:lstStyle/>
          <a:p>
            <a:endParaRPr lang="en-US"/>
          </a:p>
        </p:txBody>
      </p:sp>
      <p:sp>
        <p:nvSpPr>
          <p:cNvPr id="5" name="Espaço Reservado para Número de Slide 4"/>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172919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p:cNvSpPr>
            <a:spLocks noGrp="1"/>
          </p:cNvSpPr>
          <p:nvPr>
            <p:ph type="dt" sz="half" idx="10"/>
          </p:nvPr>
        </p:nvSpPr>
        <p:spPr/>
        <p:txBody>
          <a:bodyPr/>
          <a:lstStyle/>
          <a:p>
            <a:fld id="{A9A6E6A7-8BB5-4312-AC96-9EE02D82EB11}" type="datetimeFigureOut">
              <a:rPr lang="en-US" smtClean="0"/>
              <a:t>3/11/2024</a:t>
            </a:fld>
            <a:endParaRPr lang="en-US"/>
          </a:p>
        </p:txBody>
      </p:sp>
      <p:sp>
        <p:nvSpPr>
          <p:cNvPr id="3" name="Espaço Reservado para Rodapé 2"/>
          <p:cNvSpPr>
            <a:spLocks noGrp="1"/>
          </p:cNvSpPr>
          <p:nvPr>
            <p:ph type="ftr" sz="quarter" idx="11"/>
          </p:nvPr>
        </p:nvSpPr>
        <p:spPr/>
        <p:txBody>
          <a:bodyPr/>
          <a:lstStyle/>
          <a:p>
            <a:endParaRPr lang="en-US"/>
          </a:p>
        </p:txBody>
      </p:sp>
      <p:sp>
        <p:nvSpPr>
          <p:cNvPr id="4" name="Espaço Reservado para Número de Slide 3"/>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1004097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3050"/>
            <a:ext cx="3008313" cy="1162050"/>
          </a:xfrm>
        </p:spPr>
        <p:txBody>
          <a:bodyPr anchor="b"/>
          <a:lstStyle>
            <a:lvl1pPr algn="l">
              <a:defRPr sz="2000" b="1"/>
            </a:lvl1pPr>
          </a:lstStyle>
          <a:p>
            <a:r>
              <a:rPr lang="pt-BR"/>
              <a:t>Clique para editar o título mestre</a:t>
            </a:r>
            <a:endParaRPr lang="en-US"/>
          </a:p>
        </p:txBody>
      </p:sp>
      <p:sp>
        <p:nvSpPr>
          <p:cNvPr id="3" name="Espaço Reservado para Conteúdo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Texto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A9A6E6A7-8BB5-4312-AC96-9EE02D82EB11}" type="datetimeFigureOut">
              <a:rPr lang="en-US" smtClean="0"/>
              <a:t>3/11/2024</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0723893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1792288" y="4800600"/>
            <a:ext cx="5486400" cy="566738"/>
          </a:xfrm>
        </p:spPr>
        <p:txBody>
          <a:bodyPr anchor="b"/>
          <a:lstStyle>
            <a:lvl1pPr algn="l">
              <a:defRPr sz="2000" b="1"/>
            </a:lvl1pPr>
          </a:lstStyle>
          <a:p>
            <a:r>
              <a:rPr lang="pt-BR"/>
              <a:t>Clique para editar o título mestre</a:t>
            </a:r>
            <a:endParaRPr lang="en-US"/>
          </a:p>
        </p:txBody>
      </p:sp>
      <p:sp>
        <p:nvSpPr>
          <p:cNvPr id="3" name="Espaço Reservado para Imagem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Espaço Reservado para Texto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A9A6E6A7-8BB5-4312-AC96-9EE02D82EB11}" type="datetimeFigureOut">
              <a:rPr lang="en-US" smtClean="0"/>
              <a:t>3/11/2024</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9691033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Texto Vertical 2"/>
          <p:cNvSpPr>
            <a:spLocks noGrp="1"/>
          </p:cNvSpPr>
          <p:nvPr>
            <p:ph type="body" orient="vert" idx="1"/>
          </p:nvPr>
        </p:nvSpPr>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3/11/2024</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5133570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e texto verticais">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629400" y="274638"/>
            <a:ext cx="2057400" cy="5851525"/>
          </a:xfrm>
        </p:spPr>
        <p:txBody>
          <a:bodyPr vert="eaVert"/>
          <a:lstStyle/>
          <a:p>
            <a:r>
              <a:rPr lang="pt-BR"/>
              <a:t>Clique para editar o título mestre</a:t>
            </a:r>
            <a:endParaRPr lang="en-US"/>
          </a:p>
        </p:txBody>
      </p:sp>
      <p:sp>
        <p:nvSpPr>
          <p:cNvPr id="3" name="Espaço Reservado para Texto Vertical 2"/>
          <p:cNvSpPr>
            <a:spLocks noGrp="1"/>
          </p:cNvSpPr>
          <p:nvPr>
            <p:ph type="body" orient="vert" idx="1"/>
          </p:nvPr>
        </p:nvSpPr>
        <p:spPr>
          <a:xfrm>
            <a:off x="457200" y="274638"/>
            <a:ext cx="6019800" cy="5851525"/>
          </a:xfrm>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3/11/2024</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8321274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Espaço Reservado para Texto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9A6E6A7-8BB5-4312-AC96-9EE02D82EB11}" type="datetimeFigureOut">
              <a:rPr lang="en-US" smtClean="0"/>
              <a:t>3/11/2024</a:t>
            </a:fld>
            <a:endParaRPr lang="en-US"/>
          </a:p>
        </p:txBody>
      </p:sp>
      <p:sp>
        <p:nvSpPr>
          <p:cNvPr id="5" name="Espaço Reservado para Rodapé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Espaço Reservado para Número de Slide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2BD0E50-01B7-4B89-A980-51F9A64FACB1}" type="slidenum">
              <a:rPr lang="en-US" smtClean="0"/>
              <a:t>‹#›</a:t>
            </a:fld>
            <a:endParaRPr lang="en-US"/>
          </a:p>
        </p:txBody>
      </p:sp>
    </p:spTree>
    <p:extLst>
      <p:ext uri="{BB962C8B-B14F-4D97-AF65-F5344CB8AC3E}">
        <p14:creationId xmlns:p14="http://schemas.microsoft.com/office/powerpoint/2010/main" val="13329444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CD9F70E-FE96-457B-A562-31E556781149}"/>
              </a:ext>
            </a:extLst>
          </p:cNvPr>
          <p:cNvPicPr>
            <a:picLocks noChangeAspect="1"/>
          </p:cNvPicPr>
          <p:nvPr/>
        </p:nvPicPr>
        <p:blipFill>
          <a:blip r:embed="rId2"/>
          <a:stretch>
            <a:fillRect/>
          </a:stretch>
        </p:blipFill>
        <p:spPr>
          <a:xfrm>
            <a:off x="1460159" y="572090"/>
            <a:ext cx="6758056" cy="6097269"/>
          </a:xfrm>
          <a:prstGeom prst="rect">
            <a:avLst/>
          </a:prstGeom>
        </p:spPr>
      </p:pic>
      <p:grpSp>
        <p:nvGrpSpPr>
          <p:cNvPr id="9" name="Group 8">
            <a:extLst>
              <a:ext uri="{FF2B5EF4-FFF2-40B4-BE49-F238E27FC236}">
                <a16:creationId xmlns:a16="http://schemas.microsoft.com/office/drawing/2014/main" id="{B020105A-45A2-B0D1-ED57-872E62A60A74}"/>
              </a:ext>
            </a:extLst>
          </p:cNvPr>
          <p:cNvGrpSpPr/>
          <p:nvPr/>
        </p:nvGrpSpPr>
        <p:grpSpPr>
          <a:xfrm>
            <a:off x="4132064" y="2511638"/>
            <a:ext cx="792088" cy="792088"/>
            <a:chOff x="4132064" y="2511638"/>
            <a:chExt cx="792088" cy="792088"/>
          </a:xfrm>
        </p:grpSpPr>
        <p:sp>
          <p:nvSpPr>
            <p:cNvPr id="8" name="Retângulo 63">
              <a:extLst>
                <a:ext uri="{FF2B5EF4-FFF2-40B4-BE49-F238E27FC236}">
                  <a16:creationId xmlns:a16="http://schemas.microsoft.com/office/drawing/2014/main" id="{BBB9135C-F33B-0226-A533-F222B03B372B}"/>
                </a:ext>
              </a:extLst>
            </p:cNvPr>
            <p:cNvSpPr/>
            <p:nvPr/>
          </p:nvSpPr>
          <p:spPr>
            <a:xfrm>
              <a:off x="4132064" y="2511638"/>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Elipse 167">
              <a:extLst>
                <a:ext uri="{FF2B5EF4-FFF2-40B4-BE49-F238E27FC236}">
                  <a16:creationId xmlns:a16="http://schemas.microsoft.com/office/drawing/2014/main" id="{99BA65F2-7FC6-95D3-93CA-72E6DA72A4E0}"/>
                </a:ext>
              </a:extLst>
            </p:cNvPr>
            <p:cNvSpPr/>
            <p:nvPr/>
          </p:nvSpPr>
          <p:spPr>
            <a:xfrm rot="5400000">
              <a:off x="4456099" y="2813287"/>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EA451A2-7C54-36E8-5A00-72DC4EE3F872}"/>
                </a:ext>
              </a:extLst>
            </p:cNvPr>
            <p:cNvSpPr txBox="1"/>
            <p:nvPr/>
          </p:nvSpPr>
          <p:spPr>
            <a:xfrm>
              <a:off x="4253195" y="2980561"/>
              <a:ext cx="549831" cy="323165"/>
            </a:xfrm>
            <a:prstGeom prst="rect">
              <a:avLst/>
            </a:prstGeom>
            <a:solidFill>
              <a:schemeClr val="bg1"/>
            </a:solidFill>
          </p:spPr>
          <p:txBody>
            <a:bodyPr wrap="none" lIns="0" tIns="0" rIns="0" bIns="0" rtlCol="0" anchor="b">
              <a:spAutoFit/>
            </a:bodyPr>
            <a:lstStyle/>
            <a:p>
              <a:pPr algn="ctr"/>
              <a:r>
                <a:rPr lang="pt-BR" sz="1050" b="1" dirty="0">
                  <a:latin typeface="Agency FB" panose="020B0503020202020204" pitchFamily="34" charset="0"/>
                </a:rPr>
                <a:t>OVER THE </a:t>
              </a:r>
            </a:p>
            <a:p>
              <a:pPr algn="ctr"/>
              <a:r>
                <a:rPr lang="pt-BR" sz="1050" b="1" dirty="0">
                  <a:latin typeface="Agency FB" panose="020B0503020202020204" pitchFamily="34" charset="0"/>
                </a:rPr>
                <a:t>GREEN TAPE</a:t>
              </a:r>
              <a:endParaRPr lang="en-US" sz="1050" b="1" dirty="0">
                <a:latin typeface="Agency FB" panose="020B0503020202020204" pitchFamily="34" charset="0"/>
              </a:endParaRPr>
            </a:p>
          </p:txBody>
        </p:sp>
      </p:grpSp>
      <p:grpSp>
        <p:nvGrpSpPr>
          <p:cNvPr id="6" name="Group 5">
            <a:extLst>
              <a:ext uri="{FF2B5EF4-FFF2-40B4-BE49-F238E27FC236}">
                <a16:creationId xmlns:a16="http://schemas.microsoft.com/office/drawing/2014/main" id="{691959A6-5C49-6414-AD95-784DEB231627}"/>
              </a:ext>
            </a:extLst>
          </p:cNvPr>
          <p:cNvGrpSpPr/>
          <p:nvPr/>
        </p:nvGrpSpPr>
        <p:grpSpPr>
          <a:xfrm>
            <a:off x="6681043" y="2276624"/>
            <a:ext cx="1152376" cy="1152376"/>
            <a:chOff x="6861187" y="2456768"/>
            <a:chExt cx="792088" cy="792088"/>
          </a:xfrm>
        </p:grpSpPr>
        <p:sp>
          <p:nvSpPr>
            <p:cNvPr id="12" name="Retângulo 63">
              <a:extLst>
                <a:ext uri="{FF2B5EF4-FFF2-40B4-BE49-F238E27FC236}">
                  <a16:creationId xmlns:a16="http://schemas.microsoft.com/office/drawing/2014/main" id="{A4B38B30-A41C-ED89-65E4-2CC21EB8DBDB}"/>
                </a:ext>
              </a:extLst>
            </p:cNvPr>
            <p:cNvSpPr/>
            <p:nvPr/>
          </p:nvSpPr>
          <p:spPr>
            <a:xfrm>
              <a:off x="6861187" y="2456768"/>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Elipse 167">
              <a:extLst>
                <a:ext uri="{FF2B5EF4-FFF2-40B4-BE49-F238E27FC236}">
                  <a16:creationId xmlns:a16="http://schemas.microsoft.com/office/drawing/2014/main" id="{4D1DC709-19F2-A8D6-0B15-DFDE53BF2A5F}"/>
                </a:ext>
              </a:extLst>
            </p:cNvPr>
            <p:cNvSpPr/>
            <p:nvPr/>
          </p:nvSpPr>
          <p:spPr>
            <a:xfrm rot="5400000">
              <a:off x="7185222" y="2758417"/>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ED83513-F437-D54C-D823-1B80972CD7AD}"/>
                </a:ext>
              </a:extLst>
            </p:cNvPr>
            <p:cNvSpPr txBox="1"/>
            <p:nvPr/>
          </p:nvSpPr>
          <p:spPr>
            <a:xfrm>
              <a:off x="7067545" y="3002635"/>
              <a:ext cx="380131" cy="211551"/>
            </a:xfrm>
            <a:prstGeom prst="rect">
              <a:avLst/>
            </a:prstGeom>
            <a:solidFill>
              <a:schemeClr val="bg1"/>
            </a:solidFill>
          </p:spPr>
          <p:txBody>
            <a:bodyPr wrap="none" lIns="0" tIns="0" rIns="0" bIns="0" rtlCol="0">
              <a:spAutoFit/>
            </a:bodyPr>
            <a:lstStyle/>
            <a:p>
              <a:pPr algn="ctr"/>
              <a:r>
                <a:rPr lang="pt-BR" sz="2000" b="1" dirty="0">
                  <a:latin typeface="Agency FB" panose="020B0503020202020204" pitchFamily="34" charset="0"/>
                </a:rPr>
                <a:t>0, </a:t>
              </a:r>
              <a:r>
                <a:rPr lang="pt-BR" sz="2000" b="1" dirty="0">
                  <a:solidFill>
                    <a:srgbClr val="FF0000"/>
                  </a:solidFill>
                  <a:latin typeface="Agency FB" panose="020B0503020202020204" pitchFamily="34" charset="0"/>
                </a:rPr>
                <a:t>Y</a:t>
              </a:r>
              <a:r>
                <a:rPr lang="pt-BR" sz="2000" b="1" dirty="0">
                  <a:latin typeface="Agency FB" panose="020B0503020202020204" pitchFamily="34" charset="0"/>
                </a:rPr>
                <a:t>, 0</a:t>
              </a:r>
              <a:endParaRPr lang="en-US" sz="2000" b="1" dirty="0">
                <a:latin typeface="Agency FB" panose="020B0503020202020204" pitchFamily="34" charset="0"/>
              </a:endParaRPr>
            </a:p>
          </p:txBody>
        </p:sp>
      </p:grpSp>
      <p:grpSp>
        <p:nvGrpSpPr>
          <p:cNvPr id="22" name="Group 21">
            <a:extLst>
              <a:ext uri="{FF2B5EF4-FFF2-40B4-BE49-F238E27FC236}">
                <a16:creationId xmlns:a16="http://schemas.microsoft.com/office/drawing/2014/main" id="{D43930D6-0141-A010-A3F4-8F5876E9B83D}"/>
              </a:ext>
            </a:extLst>
          </p:cNvPr>
          <p:cNvGrpSpPr/>
          <p:nvPr/>
        </p:nvGrpSpPr>
        <p:grpSpPr>
          <a:xfrm>
            <a:off x="5058300" y="3789040"/>
            <a:ext cx="953860" cy="953860"/>
            <a:chOff x="5139186" y="3869926"/>
            <a:chExt cx="792088" cy="792088"/>
          </a:xfrm>
        </p:grpSpPr>
        <p:sp>
          <p:nvSpPr>
            <p:cNvPr id="16" name="Retângulo 63">
              <a:extLst>
                <a:ext uri="{FF2B5EF4-FFF2-40B4-BE49-F238E27FC236}">
                  <a16:creationId xmlns:a16="http://schemas.microsoft.com/office/drawing/2014/main" id="{1951C360-859E-70D0-4234-D49834FA144D}"/>
                </a:ext>
              </a:extLst>
            </p:cNvPr>
            <p:cNvSpPr/>
            <p:nvPr/>
          </p:nvSpPr>
          <p:spPr>
            <a:xfrm>
              <a:off x="5139186" y="3869926"/>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Elipse 167">
              <a:extLst>
                <a:ext uri="{FF2B5EF4-FFF2-40B4-BE49-F238E27FC236}">
                  <a16:creationId xmlns:a16="http://schemas.microsoft.com/office/drawing/2014/main" id="{32C1DE1A-E821-A0E2-3FB3-775A9DD1BA95}"/>
                </a:ext>
              </a:extLst>
            </p:cNvPr>
            <p:cNvSpPr/>
            <p:nvPr/>
          </p:nvSpPr>
          <p:spPr>
            <a:xfrm rot="5400000">
              <a:off x="5463221" y="4171575"/>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027F0401-BAC7-4C1D-88C6-4DD0DE0977DE}"/>
                </a:ext>
              </a:extLst>
            </p:cNvPr>
            <p:cNvSpPr txBox="1"/>
            <p:nvPr/>
          </p:nvSpPr>
          <p:spPr>
            <a:xfrm>
              <a:off x="5353529" y="4415793"/>
              <a:ext cx="363400" cy="204463"/>
            </a:xfrm>
            <a:prstGeom prst="rect">
              <a:avLst/>
            </a:prstGeom>
            <a:solidFill>
              <a:schemeClr val="bg1"/>
            </a:solidFill>
          </p:spPr>
          <p:txBody>
            <a:bodyPr wrap="none" lIns="0" tIns="0" rIns="0" bIns="0" rtlCol="0">
              <a:spAutoFit/>
            </a:bodyPr>
            <a:lstStyle/>
            <a:p>
              <a:pPr algn="ctr"/>
              <a:r>
                <a:rPr lang="pt-BR" sz="1600" b="1" dirty="0">
                  <a:solidFill>
                    <a:srgbClr val="00B050"/>
                  </a:solidFill>
                  <a:latin typeface="Agency FB" panose="020B0503020202020204" pitchFamily="34" charset="0"/>
                </a:rPr>
                <a:t>X</a:t>
              </a:r>
              <a:r>
                <a:rPr lang="pt-BR" sz="1600" b="1" dirty="0">
                  <a:latin typeface="Agency FB" panose="020B0503020202020204" pitchFamily="34" charset="0"/>
                </a:rPr>
                <a:t>, </a:t>
              </a:r>
              <a:r>
                <a:rPr lang="pt-BR" sz="1600" b="1" dirty="0">
                  <a:solidFill>
                    <a:srgbClr val="FF0000"/>
                  </a:solidFill>
                  <a:latin typeface="Agency FB" panose="020B0503020202020204" pitchFamily="34" charset="0"/>
                </a:rPr>
                <a:t>Y</a:t>
              </a:r>
              <a:r>
                <a:rPr lang="pt-BR" sz="1600" b="1" dirty="0">
                  <a:latin typeface="Agency FB" panose="020B0503020202020204" pitchFamily="34" charset="0"/>
                </a:rPr>
                <a:t>, 0</a:t>
              </a:r>
              <a:endParaRPr lang="en-US" sz="1600" b="1" dirty="0">
                <a:latin typeface="Agency FB" panose="020B0503020202020204" pitchFamily="34" charset="0"/>
              </a:endParaRPr>
            </a:p>
          </p:txBody>
        </p:sp>
      </p:grpSp>
      <p:grpSp>
        <p:nvGrpSpPr>
          <p:cNvPr id="15" name="Group 14">
            <a:extLst>
              <a:ext uri="{FF2B5EF4-FFF2-40B4-BE49-F238E27FC236}">
                <a16:creationId xmlns:a16="http://schemas.microsoft.com/office/drawing/2014/main" id="{980710B8-370E-2E62-67FB-4DACBDF98B14}"/>
              </a:ext>
            </a:extLst>
          </p:cNvPr>
          <p:cNvGrpSpPr/>
          <p:nvPr/>
        </p:nvGrpSpPr>
        <p:grpSpPr>
          <a:xfrm>
            <a:off x="1835696" y="3717032"/>
            <a:ext cx="1224136" cy="1224136"/>
            <a:chOff x="2051720" y="3933056"/>
            <a:chExt cx="792088" cy="792088"/>
          </a:xfrm>
        </p:grpSpPr>
        <p:sp>
          <p:nvSpPr>
            <p:cNvPr id="19" name="Retângulo 63">
              <a:extLst>
                <a:ext uri="{FF2B5EF4-FFF2-40B4-BE49-F238E27FC236}">
                  <a16:creationId xmlns:a16="http://schemas.microsoft.com/office/drawing/2014/main" id="{620A8DDC-8F6A-F843-D8D3-471A440667CC}"/>
                </a:ext>
              </a:extLst>
            </p:cNvPr>
            <p:cNvSpPr/>
            <p:nvPr/>
          </p:nvSpPr>
          <p:spPr>
            <a:xfrm>
              <a:off x="2051720" y="3933056"/>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0" name="Elipse 167">
              <a:extLst>
                <a:ext uri="{FF2B5EF4-FFF2-40B4-BE49-F238E27FC236}">
                  <a16:creationId xmlns:a16="http://schemas.microsoft.com/office/drawing/2014/main" id="{A27663E8-9893-0825-F721-1AE886BB6796}"/>
                </a:ext>
              </a:extLst>
            </p:cNvPr>
            <p:cNvSpPr/>
            <p:nvPr/>
          </p:nvSpPr>
          <p:spPr>
            <a:xfrm rot="5400000">
              <a:off x="2375755" y="4234705"/>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B8AB2E58-2ECA-78DD-2C0B-AA95D687F34D}"/>
                </a:ext>
              </a:extLst>
            </p:cNvPr>
            <p:cNvSpPr txBox="1"/>
            <p:nvPr/>
          </p:nvSpPr>
          <p:spPr>
            <a:xfrm>
              <a:off x="2232536" y="4478923"/>
              <a:ext cx="430454" cy="238980"/>
            </a:xfrm>
            <a:prstGeom prst="rect">
              <a:avLst/>
            </a:prstGeom>
            <a:solidFill>
              <a:schemeClr val="bg1"/>
            </a:solidFill>
          </p:spPr>
          <p:txBody>
            <a:bodyPr wrap="none" lIns="0" tIns="0" rIns="0" bIns="0" rtlCol="0">
              <a:spAutoFit/>
            </a:bodyPr>
            <a:lstStyle/>
            <a:p>
              <a:pPr algn="ctr"/>
              <a:r>
                <a:rPr lang="pt-BR" sz="2400" b="1" dirty="0">
                  <a:solidFill>
                    <a:srgbClr val="00B050"/>
                  </a:solidFill>
                  <a:latin typeface="Agency FB" panose="020B0503020202020204" pitchFamily="34" charset="0"/>
                </a:rPr>
                <a:t>X</a:t>
              </a:r>
              <a:r>
                <a:rPr lang="pt-BR" sz="2400" b="1" dirty="0">
                  <a:latin typeface="Agency FB" panose="020B0503020202020204" pitchFamily="34" charset="0"/>
                </a:rPr>
                <a:t>, 0, 0</a:t>
              </a:r>
              <a:endParaRPr lang="en-US" sz="2400" b="1" dirty="0">
                <a:latin typeface="Agency FB" panose="020B0503020202020204" pitchFamily="34" charset="0"/>
              </a:endParaRPr>
            </a:p>
          </p:txBody>
        </p:sp>
      </p:grpSp>
    </p:spTree>
    <p:extLst>
      <p:ext uri="{BB962C8B-B14F-4D97-AF65-F5344CB8AC3E}">
        <p14:creationId xmlns:p14="http://schemas.microsoft.com/office/powerpoint/2010/main" val="6077635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920A1-2BFE-57EE-69BA-63262956030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291D9D1-5A1F-5C7B-4A10-617757FFCF0D}"/>
              </a:ext>
            </a:extLst>
          </p:cNvPr>
          <p:cNvPicPr>
            <a:picLocks noChangeAspect="1"/>
          </p:cNvPicPr>
          <p:nvPr/>
        </p:nvPicPr>
        <p:blipFill>
          <a:blip r:embed="rId2"/>
          <a:stretch>
            <a:fillRect/>
          </a:stretch>
        </p:blipFill>
        <p:spPr>
          <a:xfrm>
            <a:off x="1460159" y="572090"/>
            <a:ext cx="6758056" cy="6097269"/>
          </a:xfrm>
          <a:prstGeom prst="rect">
            <a:avLst/>
          </a:prstGeom>
        </p:spPr>
      </p:pic>
      <p:sp>
        <p:nvSpPr>
          <p:cNvPr id="10" name="Elipse 167">
            <a:extLst>
              <a:ext uri="{FF2B5EF4-FFF2-40B4-BE49-F238E27FC236}">
                <a16:creationId xmlns:a16="http://schemas.microsoft.com/office/drawing/2014/main" id="{576D9E6E-35C0-C227-1B3E-B6DDD0F7BB8B}"/>
              </a:ext>
            </a:extLst>
          </p:cNvPr>
          <p:cNvSpPr/>
          <p:nvPr/>
        </p:nvSpPr>
        <p:spPr>
          <a:xfrm rot="5400000">
            <a:off x="4004318" y="1480645"/>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50BFD9D-0673-28B5-3FDD-0F87D5B32D07}"/>
              </a:ext>
            </a:extLst>
          </p:cNvPr>
          <p:cNvSpPr txBox="1"/>
          <p:nvPr/>
        </p:nvSpPr>
        <p:spPr>
          <a:xfrm>
            <a:off x="3842288" y="1179458"/>
            <a:ext cx="468077" cy="276999"/>
          </a:xfrm>
          <a:prstGeom prst="rect">
            <a:avLst/>
          </a:prstGeom>
          <a:solidFill>
            <a:schemeClr val="bg1"/>
          </a:solidFill>
        </p:spPr>
        <p:txBody>
          <a:bodyPr wrap="none" lIns="0" tIns="0" rIns="0" bIns="0" rtlCol="0">
            <a:spAutoFit/>
          </a:bodyPr>
          <a:lstStyle/>
          <a:p>
            <a:pPr algn="ctr"/>
            <a:r>
              <a:rPr lang="pt-BR" sz="900" b="1" dirty="0">
                <a:latin typeface="Agency FB" panose="020B0503020202020204" pitchFamily="34" charset="0"/>
              </a:rPr>
              <a:t>OVER THE</a:t>
            </a:r>
          </a:p>
          <a:p>
            <a:pPr algn="ctr"/>
            <a:r>
              <a:rPr lang="pt-BR" sz="900" b="1" dirty="0">
                <a:latin typeface="Agency FB" panose="020B0503020202020204" pitchFamily="34" charset="0"/>
              </a:rPr>
              <a:t>GREEN TAPE</a:t>
            </a:r>
            <a:endParaRPr lang="en-US" sz="900" b="1" dirty="0">
              <a:latin typeface="Agency FB" panose="020B0503020202020204" pitchFamily="34" charset="0"/>
            </a:endParaRPr>
          </a:p>
        </p:txBody>
      </p:sp>
      <p:sp>
        <p:nvSpPr>
          <p:cNvPr id="13" name="Elipse 167">
            <a:extLst>
              <a:ext uri="{FF2B5EF4-FFF2-40B4-BE49-F238E27FC236}">
                <a16:creationId xmlns:a16="http://schemas.microsoft.com/office/drawing/2014/main" id="{80282941-5E35-C064-48E7-7AE3657AB099}"/>
              </a:ext>
            </a:extLst>
          </p:cNvPr>
          <p:cNvSpPr/>
          <p:nvPr/>
        </p:nvSpPr>
        <p:spPr>
          <a:xfrm rot="5400000">
            <a:off x="6795861" y="1353184"/>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198A47F-6C1F-1B3E-930B-7FF0F0576559}"/>
              </a:ext>
            </a:extLst>
          </p:cNvPr>
          <p:cNvSpPr txBox="1"/>
          <p:nvPr/>
        </p:nvSpPr>
        <p:spPr>
          <a:xfrm>
            <a:off x="6681119" y="1628179"/>
            <a:ext cx="373499" cy="215444"/>
          </a:xfrm>
          <a:prstGeom prst="rect">
            <a:avLst/>
          </a:prstGeom>
          <a:solidFill>
            <a:schemeClr val="bg1"/>
          </a:solidFill>
        </p:spPr>
        <p:txBody>
          <a:bodyPr wrap="none" lIns="0" tIns="0" rIns="0" bIns="0" rtlCol="0" anchor="b">
            <a:spAutoFit/>
          </a:bodyPr>
          <a:lstStyle/>
          <a:p>
            <a:pPr algn="ctr"/>
            <a:r>
              <a:rPr lang="pt-BR" sz="1400" b="1" dirty="0">
                <a:latin typeface="Agency FB" panose="020B0503020202020204" pitchFamily="34" charset="0"/>
              </a:rPr>
              <a:t>0, </a:t>
            </a:r>
            <a:r>
              <a:rPr lang="pt-BR" sz="1400" b="1" dirty="0">
                <a:solidFill>
                  <a:srgbClr val="FF0000"/>
                </a:solidFill>
                <a:latin typeface="Agency FB" panose="020B0503020202020204" pitchFamily="34" charset="0"/>
              </a:rPr>
              <a:t>Y</a:t>
            </a:r>
            <a:r>
              <a:rPr lang="pt-BR" sz="1400" b="1" dirty="0">
                <a:latin typeface="Agency FB" panose="020B0503020202020204" pitchFamily="34" charset="0"/>
              </a:rPr>
              <a:t>, </a:t>
            </a:r>
            <a:r>
              <a:rPr lang="pt-BR" sz="1400" b="1" dirty="0">
                <a:solidFill>
                  <a:srgbClr val="0000FF"/>
                </a:solidFill>
                <a:latin typeface="Agency FB" panose="020B0503020202020204" pitchFamily="34" charset="0"/>
              </a:rPr>
              <a:t>Z</a:t>
            </a:r>
            <a:endParaRPr lang="en-US" sz="1400" b="1" dirty="0">
              <a:solidFill>
                <a:srgbClr val="0000FF"/>
              </a:solidFill>
              <a:latin typeface="Agency FB" panose="020B0503020202020204" pitchFamily="34" charset="0"/>
            </a:endParaRPr>
          </a:p>
        </p:txBody>
      </p:sp>
      <p:sp>
        <p:nvSpPr>
          <p:cNvPr id="17" name="Elipse 167">
            <a:extLst>
              <a:ext uri="{FF2B5EF4-FFF2-40B4-BE49-F238E27FC236}">
                <a16:creationId xmlns:a16="http://schemas.microsoft.com/office/drawing/2014/main" id="{6D6770B4-C8E8-B287-EE02-15EE12869CBC}"/>
              </a:ext>
            </a:extLst>
          </p:cNvPr>
          <p:cNvSpPr/>
          <p:nvPr/>
        </p:nvSpPr>
        <p:spPr>
          <a:xfrm rot="5400000">
            <a:off x="4959785" y="2595786"/>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EF4A10E2-AC01-A36C-9CBF-F885573818DA}"/>
              </a:ext>
            </a:extLst>
          </p:cNvPr>
          <p:cNvSpPr txBox="1"/>
          <p:nvPr/>
        </p:nvSpPr>
        <p:spPr>
          <a:xfrm>
            <a:off x="4846646" y="2870781"/>
            <a:ext cx="370294" cy="215444"/>
          </a:xfrm>
          <a:prstGeom prst="rect">
            <a:avLst/>
          </a:prstGeom>
          <a:solidFill>
            <a:schemeClr val="bg1"/>
          </a:solidFill>
        </p:spPr>
        <p:txBody>
          <a:bodyPr wrap="none" lIns="0" tIns="0" rIns="0" bIns="0" rtlCol="0" anchor="b">
            <a:spAutoFit/>
          </a:bodyPr>
          <a:lstStyle/>
          <a:p>
            <a:pPr algn="ctr"/>
            <a:r>
              <a:rPr lang="pt-BR" sz="1400" b="1" dirty="0">
                <a:solidFill>
                  <a:srgbClr val="00B050"/>
                </a:solidFill>
                <a:latin typeface="Agency FB" panose="020B0503020202020204" pitchFamily="34" charset="0"/>
              </a:rPr>
              <a:t>X</a:t>
            </a:r>
            <a:r>
              <a:rPr lang="pt-BR" sz="1400" b="1" dirty="0">
                <a:latin typeface="Agency FB" panose="020B0503020202020204" pitchFamily="34" charset="0"/>
              </a:rPr>
              <a:t>, </a:t>
            </a:r>
            <a:r>
              <a:rPr lang="pt-BR" sz="1400" b="1" dirty="0">
                <a:solidFill>
                  <a:srgbClr val="FF0000"/>
                </a:solidFill>
                <a:latin typeface="Agency FB" panose="020B0503020202020204" pitchFamily="34" charset="0"/>
              </a:rPr>
              <a:t>Y</a:t>
            </a:r>
            <a:r>
              <a:rPr lang="pt-BR" sz="1400" b="1" dirty="0">
                <a:latin typeface="Agency FB" panose="020B0503020202020204" pitchFamily="34" charset="0"/>
              </a:rPr>
              <a:t>, </a:t>
            </a:r>
            <a:r>
              <a:rPr lang="pt-BR" sz="1400" b="1" dirty="0">
                <a:solidFill>
                  <a:srgbClr val="0000FF"/>
                </a:solidFill>
                <a:latin typeface="Agency FB" panose="020B0503020202020204" pitchFamily="34" charset="0"/>
              </a:rPr>
              <a:t>Z</a:t>
            </a:r>
            <a:endParaRPr lang="en-US" sz="1400" b="1" dirty="0">
              <a:solidFill>
                <a:srgbClr val="0000FF"/>
              </a:solidFill>
              <a:latin typeface="Agency FB" panose="020B0503020202020204" pitchFamily="34" charset="0"/>
            </a:endParaRPr>
          </a:p>
        </p:txBody>
      </p:sp>
      <p:sp>
        <p:nvSpPr>
          <p:cNvPr id="20" name="Elipse 167">
            <a:extLst>
              <a:ext uri="{FF2B5EF4-FFF2-40B4-BE49-F238E27FC236}">
                <a16:creationId xmlns:a16="http://schemas.microsoft.com/office/drawing/2014/main" id="{646856E5-D951-FEC1-6031-B76CC89864B1}"/>
              </a:ext>
            </a:extLst>
          </p:cNvPr>
          <p:cNvSpPr/>
          <p:nvPr/>
        </p:nvSpPr>
        <p:spPr>
          <a:xfrm rot="5400000">
            <a:off x="1810826" y="2695903"/>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27A25846-EEE2-EF19-62A1-00903269B3A6}"/>
              </a:ext>
            </a:extLst>
          </p:cNvPr>
          <p:cNvSpPr txBox="1"/>
          <p:nvPr/>
        </p:nvSpPr>
        <p:spPr>
          <a:xfrm>
            <a:off x="1695282" y="2971898"/>
            <a:ext cx="375103" cy="215444"/>
          </a:xfrm>
          <a:prstGeom prst="rect">
            <a:avLst/>
          </a:prstGeom>
          <a:solidFill>
            <a:schemeClr val="bg1"/>
          </a:solidFill>
        </p:spPr>
        <p:txBody>
          <a:bodyPr wrap="none" lIns="0" tIns="0" rIns="0" bIns="0" rtlCol="0" anchor="b">
            <a:spAutoFit/>
          </a:bodyPr>
          <a:lstStyle/>
          <a:p>
            <a:pPr algn="ctr"/>
            <a:r>
              <a:rPr lang="pt-BR" sz="1400" b="1" dirty="0">
                <a:solidFill>
                  <a:srgbClr val="00B050"/>
                </a:solidFill>
                <a:latin typeface="Agency FB" panose="020B0503020202020204" pitchFamily="34" charset="0"/>
              </a:rPr>
              <a:t>X</a:t>
            </a:r>
            <a:r>
              <a:rPr lang="pt-BR" sz="1400" b="1" dirty="0">
                <a:latin typeface="Agency FB" panose="020B0503020202020204" pitchFamily="34" charset="0"/>
              </a:rPr>
              <a:t>, 0, </a:t>
            </a:r>
            <a:r>
              <a:rPr lang="pt-BR" sz="1400" b="1" dirty="0">
                <a:solidFill>
                  <a:srgbClr val="0000FF"/>
                </a:solidFill>
                <a:latin typeface="Agency FB" panose="020B0503020202020204" pitchFamily="34" charset="0"/>
              </a:rPr>
              <a:t>Z</a:t>
            </a:r>
            <a:endParaRPr lang="en-US" sz="1400" b="1" dirty="0">
              <a:solidFill>
                <a:srgbClr val="0000FF"/>
              </a:solidFill>
              <a:latin typeface="Agency FB" panose="020B0503020202020204" pitchFamily="34" charset="0"/>
            </a:endParaRPr>
          </a:p>
        </p:txBody>
      </p:sp>
      <p:sp>
        <p:nvSpPr>
          <p:cNvPr id="12" name="Retângulo 63">
            <a:extLst>
              <a:ext uri="{FF2B5EF4-FFF2-40B4-BE49-F238E27FC236}">
                <a16:creationId xmlns:a16="http://schemas.microsoft.com/office/drawing/2014/main" id="{10582F26-E165-5731-F47C-FD63AAAC65B8}"/>
              </a:ext>
            </a:extLst>
          </p:cNvPr>
          <p:cNvSpPr/>
          <p:nvPr/>
        </p:nvSpPr>
        <p:spPr>
          <a:xfrm>
            <a:off x="6471826" y="1051535"/>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etângulo 63">
            <a:extLst>
              <a:ext uri="{FF2B5EF4-FFF2-40B4-BE49-F238E27FC236}">
                <a16:creationId xmlns:a16="http://schemas.microsoft.com/office/drawing/2014/main" id="{0DEB9D25-4EE9-9855-CA5B-2DFA1229227C}"/>
              </a:ext>
            </a:extLst>
          </p:cNvPr>
          <p:cNvSpPr/>
          <p:nvPr/>
        </p:nvSpPr>
        <p:spPr>
          <a:xfrm>
            <a:off x="4635750" y="2294137"/>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9" name="Retângulo 63">
            <a:extLst>
              <a:ext uri="{FF2B5EF4-FFF2-40B4-BE49-F238E27FC236}">
                <a16:creationId xmlns:a16="http://schemas.microsoft.com/office/drawing/2014/main" id="{8A842CA9-949A-E9AE-5841-DD6160DE26D9}"/>
              </a:ext>
            </a:extLst>
          </p:cNvPr>
          <p:cNvSpPr/>
          <p:nvPr/>
        </p:nvSpPr>
        <p:spPr>
          <a:xfrm>
            <a:off x="1486791" y="2394254"/>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tângulo 63">
            <a:extLst>
              <a:ext uri="{FF2B5EF4-FFF2-40B4-BE49-F238E27FC236}">
                <a16:creationId xmlns:a16="http://schemas.microsoft.com/office/drawing/2014/main" id="{2E1382CF-843C-5610-E44D-50745F941C88}"/>
              </a:ext>
            </a:extLst>
          </p:cNvPr>
          <p:cNvSpPr/>
          <p:nvPr/>
        </p:nvSpPr>
        <p:spPr>
          <a:xfrm>
            <a:off x="3680283" y="1178996"/>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3B3DB888-0FC7-207F-36CD-93FE9608FABB}"/>
              </a:ext>
            </a:extLst>
          </p:cNvPr>
          <p:cNvSpPr txBox="1"/>
          <p:nvPr/>
        </p:nvSpPr>
        <p:spPr>
          <a:xfrm>
            <a:off x="3887171" y="1755640"/>
            <a:ext cx="378309" cy="215444"/>
          </a:xfrm>
          <a:prstGeom prst="rect">
            <a:avLst/>
          </a:prstGeom>
          <a:solidFill>
            <a:schemeClr val="bg1"/>
          </a:solidFill>
        </p:spPr>
        <p:txBody>
          <a:bodyPr wrap="none" lIns="0" tIns="0" rIns="0" bIns="0" rtlCol="0" anchor="b">
            <a:spAutoFit/>
          </a:bodyPr>
          <a:lstStyle/>
          <a:p>
            <a:pPr algn="ctr"/>
            <a:r>
              <a:rPr lang="pt-BR" sz="1400" b="1" dirty="0">
                <a:latin typeface="Agency FB" panose="020B0503020202020204" pitchFamily="34" charset="0"/>
              </a:rPr>
              <a:t>0, 0, </a:t>
            </a:r>
            <a:r>
              <a:rPr lang="pt-BR" sz="1400" b="1" dirty="0">
                <a:solidFill>
                  <a:srgbClr val="0000FF"/>
                </a:solidFill>
                <a:latin typeface="Agency FB" panose="020B0503020202020204" pitchFamily="34" charset="0"/>
              </a:rPr>
              <a:t>Z</a:t>
            </a:r>
            <a:endParaRPr lang="en-US" sz="1400" b="1" dirty="0">
              <a:solidFill>
                <a:srgbClr val="0000FF"/>
              </a:solidFill>
              <a:latin typeface="Agency FB" panose="020B0503020202020204" pitchFamily="34" charset="0"/>
            </a:endParaRPr>
          </a:p>
        </p:txBody>
      </p:sp>
    </p:spTree>
    <p:extLst>
      <p:ext uri="{BB962C8B-B14F-4D97-AF65-F5344CB8AC3E}">
        <p14:creationId xmlns:p14="http://schemas.microsoft.com/office/powerpoint/2010/main" val="14119450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
        <p:cNvGrpSpPr/>
        <p:nvPr/>
      </p:nvGrpSpPr>
      <p:grpSpPr>
        <a:xfrm>
          <a:off x="0" y="0"/>
          <a:ext cx="0" cy="0"/>
          <a:chOff x="0" y="0"/>
          <a:chExt cx="0" cy="0"/>
        </a:xfrm>
      </p:grpSpPr>
      <p:sp>
        <p:nvSpPr>
          <p:cNvPr id="2" name="Retângulo 1"/>
          <p:cNvSpPr/>
          <p:nvPr/>
        </p:nvSpPr>
        <p:spPr>
          <a:xfrm>
            <a:off x="737404" y="768663"/>
            <a:ext cx="7651020" cy="5569384"/>
          </a:xfrm>
          <a:prstGeom prst="rect">
            <a:avLst/>
          </a:prstGeom>
          <a:solidFill>
            <a:schemeClr val="tx1"/>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8" name="Picture 17" descr="A picture containing text, crowd&#10;&#10;Description automatically generated">
            <a:extLst>
              <a:ext uri="{FF2B5EF4-FFF2-40B4-BE49-F238E27FC236}">
                <a16:creationId xmlns:a16="http://schemas.microsoft.com/office/drawing/2014/main" id="{51424F96-00A3-4D44-AB7E-61B1897052E3}"/>
              </a:ext>
            </a:extLst>
          </p:cNvPr>
          <p:cNvPicPr>
            <a:picLocks noChangeAspect="1"/>
          </p:cNvPicPr>
          <p:nvPr/>
        </p:nvPicPr>
        <p:blipFill rotWithShape="1">
          <a:blip r:embed="rId2">
            <a:alphaModFix amt="70000"/>
            <a:extLst>
              <a:ext uri="{28A0092B-C50C-407E-A947-70E740481C1C}">
                <a14:useLocalDpi xmlns:a14="http://schemas.microsoft.com/office/drawing/2010/main" val="0"/>
              </a:ext>
            </a:extLst>
          </a:blip>
          <a:srcRect l="11267" r="11090"/>
          <a:stretch/>
        </p:blipFill>
        <p:spPr>
          <a:xfrm>
            <a:off x="731520" y="768663"/>
            <a:ext cx="7651020" cy="5569384"/>
          </a:xfrm>
          <a:prstGeom prst="rect">
            <a:avLst/>
          </a:prstGeom>
        </p:spPr>
      </p:pic>
      <p:pic>
        <p:nvPicPr>
          <p:cNvPr id="7" name="Picture 6">
            <a:extLst>
              <a:ext uri="{FF2B5EF4-FFF2-40B4-BE49-F238E27FC236}">
                <a16:creationId xmlns:a16="http://schemas.microsoft.com/office/drawing/2014/main" id="{9007FC07-B082-FBAD-38F8-1E1DD90C7D4C}"/>
              </a:ext>
            </a:extLst>
          </p:cNvPr>
          <p:cNvPicPr>
            <a:picLocks noChangeAspect="1"/>
          </p:cNvPicPr>
          <p:nvPr/>
        </p:nvPicPr>
        <p:blipFill rotWithShape="1">
          <a:blip r:embed="rId3"/>
          <a:srcRect t="12645" b="11937"/>
          <a:stretch/>
        </p:blipFill>
        <p:spPr>
          <a:xfrm>
            <a:off x="646139" y="822960"/>
            <a:ext cx="7680724" cy="3611880"/>
          </a:xfrm>
          <a:prstGeom prst="rect">
            <a:avLst/>
          </a:prstGeom>
        </p:spPr>
      </p:pic>
      <p:sp>
        <p:nvSpPr>
          <p:cNvPr id="20" name="Rectangle 19">
            <a:extLst>
              <a:ext uri="{FF2B5EF4-FFF2-40B4-BE49-F238E27FC236}">
                <a16:creationId xmlns:a16="http://schemas.microsoft.com/office/drawing/2014/main" id="{A67F2CB0-B876-6E8D-E231-BC25AC8F2A01}"/>
              </a:ext>
            </a:extLst>
          </p:cNvPr>
          <p:cNvSpPr/>
          <p:nvPr/>
        </p:nvSpPr>
        <p:spPr>
          <a:xfrm>
            <a:off x="735938" y="4437112"/>
            <a:ext cx="7651019" cy="1900933"/>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aixaDeTexto 41"/>
          <p:cNvSpPr txBox="1"/>
          <p:nvPr/>
        </p:nvSpPr>
        <p:spPr>
          <a:xfrm>
            <a:off x="0" y="0"/>
            <a:ext cx="1471878" cy="253916"/>
          </a:xfrm>
          <a:prstGeom prst="rect">
            <a:avLst/>
          </a:prstGeom>
          <a:noFill/>
        </p:spPr>
        <p:txBody>
          <a:bodyPr wrap="none" rtlCol="0">
            <a:spAutoFit/>
          </a:bodyPr>
          <a:lstStyle/>
          <a:p>
            <a:r>
              <a:rPr lang="en-US" sz="1050" dirty="0">
                <a:latin typeface="Aharoni" panose="02010803020104030203" pitchFamily="2" charset="-79"/>
                <a:cs typeface="Aharoni" panose="02010803020104030203" pitchFamily="2" charset="-79"/>
              </a:rPr>
              <a:t>APPLICATION LOGO</a:t>
            </a:r>
          </a:p>
        </p:txBody>
      </p:sp>
      <p:sp>
        <p:nvSpPr>
          <p:cNvPr id="5" name="CaixaDeTexto 4"/>
          <p:cNvSpPr txBox="1"/>
          <p:nvPr/>
        </p:nvSpPr>
        <p:spPr>
          <a:xfrm>
            <a:off x="753600" y="4470209"/>
            <a:ext cx="7651020" cy="984885"/>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tIns="0" bIns="0" rtlCol="0" anchor="ctr">
            <a:spAutoFit/>
          </a:bodyPr>
          <a:lstStyle/>
          <a:p>
            <a:pPr algn="ctr"/>
            <a:r>
              <a:rPr lang="pt-BR" sz="6400" b="1" dirty="0">
                <a:solidFill>
                  <a:schemeClr val="bg1"/>
                </a:solidFill>
                <a:latin typeface="Blue Highway D Type" panose="00000400000000000000" pitchFamily="2" charset="0"/>
                <a:ea typeface="Verdana" panose="020B0604030504040204" pitchFamily="34" charset="0"/>
                <a:cs typeface="Times New Roman" panose="02020603050405020304" pitchFamily="18" charset="0"/>
              </a:rPr>
              <a:t>egym Calibrator 1</a:t>
            </a:r>
            <a:r>
              <a:rPr lang="pt-BR" sz="6400" b="1" dirty="0">
                <a:solidFill>
                  <a:srgbClr val="FFFF00"/>
                </a:solidFill>
                <a:latin typeface="Blue Highway D Type" panose="00000400000000000000" pitchFamily="2" charset="0"/>
                <a:ea typeface="Verdana" panose="020B0604030504040204" pitchFamily="34" charset="0"/>
                <a:cs typeface="Times New Roman" panose="02020603050405020304" pitchFamily="18" charset="0"/>
              </a:rPr>
              <a:t>.0.0</a:t>
            </a:r>
            <a:endParaRPr lang="en-US" sz="6400" b="1" dirty="0">
              <a:solidFill>
                <a:srgbClr val="FFFF00"/>
              </a:solidFill>
              <a:latin typeface="Blue Highway D Type" panose="00000400000000000000" pitchFamily="2" charset="0"/>
              <a:ea typeface="Verdana" panose="020B0604030504040204" pitchFamily="34" charset="0"/>
              <a:cs typeface="Times New Roman" panose="02020603050405020304" pitchFamily="18" charset="0"/>
            </a:endParaRPr>
          </a:p>
        </p:txBody>
      </p:sp>
      <p:sp>
        <p:nvSpPr>
          <p:cNvPr id="6" name="Retângulo 5"/>
          <p:cNvSpPr/>
          <p:nvPr/>
        </p:nvSpPr>
        <p:spPr>
          <a:xfrm>
            <a:off x="1374115" y="5382370"/>
            <a:ext cx="6395769" cy="276999"/>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spAutoFit/>
          </a:bodyPr>
          <a:lstStyle/>
          <a:p>
            <a:pPr algn="ctr"/>
            <a:r>
              <a:rPr lang="en-US" sz="1200" dirty="0">
                <a:solidFill>
                  <a:schemeClr val="bg1"/>
                </a:solidFill>
                <a:latin typeface="Verdana" panose="020B0604030504040204" pitchFamily="34" charset="0"/>
                <a:ea typeface="Verdana" panose="020B0604030504040204" pitchFamily="34" charset="0"/>
                <a:cs typeface="Verdana" panose="020B0604030504040204" pitchFamily="34" charset="0"/>
              </a:rPr>
              <a:t>Carlos A. Dietrich</a:t>
            </a:r>
          </a:p>
        </p:txBody>
      </p:sp>
      <p:sp>
        <p:nvSpPr>
          <p:cNvPr id="49" name="Retângulo 48"/>
          <p:cNvSpPr/>
          <p:nvPr/>
        </p:nvSpPr>
        <p:spPr>
          <a:xfrm>
            <a:off x="768413" y="5838572"/>
            <a:ext cx="7621080" cy="461665"/>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nchor="b">
            <a:spAutoFit/>
          </a:bodyPr>
          <a:lstStyle/>
          <a:p>
            <a:pPr algn="ctr"/>
            <a:r>
              <a:rPr lang="en-US" sz="800" dirty="0">
                <a:solidFill>
                  <a:schemeClr val="bg1"/>
                </a:solidFill>
                <a:latin typeface="Verdana" panose="020B0604030504040204" pitchFamily="34" charset="0"/>
                <a:ea typeface="Verdana" panose="020B0604030504040204" pitchFamily="34" charset="0"/>
                <a:cs typeface="Verdana" panose="020B0604030504040204" pitchFamily="34" charset="0"/>
              </a:rPr>
              <a:t>This app is supplied "AS IS".  The Contributing Authors disclaim all warranties, expressed or implied, including, without limitation, the warranties of merchantability and of fitness for any purpose. The Contributing Authors assume no liability for direct, indirect, incidental, special, exemplary, or consequential damages, which may result from the use of this app, even if advised of the possibility of such damage.</a:t>
            </a:r>
          </a:p>
        </p:txBody>
      </p:sp>
      <p:cxnSp>
        <p:nvCxnSpPr>
          <p:cNvPr id="11" name="Conector reto 10"/>
          <p:cNvCxnSpPr>
            <a:cxnSpLocks/>
          </p:cNvCxnSpPr>
          <p:nvPr/>
        </p:nvCxnSpPr>
        <p:spPr>
          <a:xfrm>
            <a:off x="731520" y="4437112"/>
            <a:ext cx="765102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18E38931-ED73-6A06-BFE6-5064AD245B9F}"/>
              </a:ext>
            </a:extLst>
          </p:cNvPr>
          <p:cNvSpPr/>
          <p:nvPr/>
        </p:nvSpPr>
        <p:spPr>
          <a:xfrm>
            <a:off x="731520" y="768661"/>
            <a:ext cx="7651020" cy="5569383"/>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8CA1B132-8E96-D961-05EC-FF899B8E5B8B}"/>
              </a:ext>
            </a:extLst>
          </p:cNvPr>
          <p:cNvPicPr>
            <a:picLocks noChangeAspect="1"/>
          </p:cNvPicPr>
          <p:nvPr/>
        </p:nvPicPr>
        <p:blipFill>
          <a:blip r:embed="rId4"/>
          <a:stretch>
            <a:fillRect/>
          </a:stretch>
        </p:blipFill>
        <p:spPr>
          <a:xfrm>
            <a:off x="877357" y="908654"/>
            <a:ext cx="962201" cy="1008239"/>
          </a:xfrm>
          <a:prstGeom prst="rect">
            <a:avLst/>
          </a:prstGeom>
        </p:spPr>
      </p:pic>
      <p:sp>
        <p:nvSpPr>
          <p:cNvPr id="43" name="Oval 42">
            <a:extLst>
              <a:ext uri="{FF2B5EF4-FFF2-40B4-BE49-F238E27FC236}">
                <a16:creationId xmlns:a16="http://schemas.microsoft.com/office/drawing/2014/main" id="{00988C56-D69E-6C25-3541-DDD5BE254D50}"/>
              </a:ext>
            </a:extLst>
          </p:cNvPr>
          <p:cNvSpPr/>
          <p:nvPr/>
        </p:nvSpPr>
        <p:spPr>
          <a:xfrm>
            <a:off x="7348697" y="981719"/>
            <a:ext cx="842374" cy="84237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 name="Picture 40">
            <a:extLst>
              <a:ext uri="{FF2B5EF4-FFF2-40B4-BE49-F238E27FC236}">
                <a16:creationId xmlns:a16="http://schemas.microsoft.com/office/drawing/2014/main" id="{27B45199-18CF-19ED-C112-2B4B53C5FA52}"/>
              </a:ext>
            </a:extLst>
          </p:cNvPr>
          <p:cNvPicPr>
            <a:picLocks noChangeAspect="1"/>
          </p:cNvPicPr>
          <p:nvPr/>
        </p:nvPicPr>
        <p:blipFill>
          <a:blip r:embed="rId5"/>
          <a:stretch>
            <a:fillRect/>
          </a:stretch>
        </p:blipFill>
        <p:spPr>
          <a:xfrm>
            <a:off x="7341511" y="973081"/>
            <a:ext cx="856745" cy="859649"/>
          </a:xfrm>
          <a:prstGeom prst="rect">
            <a:avLst/>
          </a:prstGeom>
        </p:spPr>
      </p:pic>
    </p:spTree>
    <p:extLst>
      <p:ext uri="{BB962C8B-B14F-4D97-AF65-F5344CB8AC3E}">
        <p14:creationId xmlns:p14="http://schemas.microsoft.com/office/powerpoint/2010/main" val="36655825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DD74886-1E1E-A677-D057-030ED1056FC5}"/>
              </a:ext>
            </a:extLst>
          </p:cNvPr>
          <p:cNvSpPr/>
          <p:nvPr/>
        </p:nvSpPr>
        <p:spPr>
          <a:xfrm>
            <a:off x="-2" y="1340767"/>
            <a:ext cx="9144001" cy="424847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picture containing text, crowd&#10;&#10;Description automatically generated">
            <a:extLst>
              <a:ext uri="{FF2B5EF4-FFF2-40B4-BE49-F238E27FC236}">
                <a16:creationId xmlns:a16="http://schemas.microsoft.com/office/drawing/2014/main" id="{D91D8058-83C9-FAE3-1147-2BE933834659}"/>
              </a:ext>
            </a:extLst>
          </p:cNvPr>
          <p:cNvPicPr>
            <a:picLocks noChangeAspect="1"/>
          </p:cNvPicPr>
          <p:nvPr/>
        </p:nvPicPr>
        <p:blipFill rotWithShape="1">
          <a:blip r:embed="rId2">
            <a:alphaModFix amt="40000"/>
            <a:extLst>
              <a:ext uri="{28A0092B-C50C-407E-A947-70E740481C1C}">
                <a14:useLocalDpi xmlns:a14="http://schemas.microsoft.com/office/drawing/2010/main" val="0"/>
              </a:ext>
            </a:extLst>
          </a:blip>
          <a:srcRect t="1064" b="17223"/>
          <a:stretch/>
        </p:blipFill>
        <p:spPr>
          <a:xfrm>
            <a:off x="-1" y="1340768"/>
            <a:ext cx="9144000" cy="4248472"/>
          </a:xfrm>
          <a:prstGeom prst="rect">
            <a:avLst/>
          </a:prstGeom>
        </p:spPr>
      </p:pic>
      <p:sp>
        <p:nvSpPr>
          <p:cNvPr id="2" name="CaixaDeTexto 1"/>
          <p:cNvSpPr txBox="1"/>
          <p:nvPr/>
        </p:nvSpPr>
        <p:spPr>
          <a:xfrm>
            <a:off x="2412594" y="3244333"/>
            <a:ext cx="4318811" cy="646331"/>
          </a:xfrm>
          <a:prstGeom prst="rect">
            <a:avLst/>
          </a:prstGeom>
          <a:noFill/>
        </p:spPr>
        <p:txBody>
          <a:bodyPr wrap="none" rtlCol="0">
            <a:spAutoFit/>
          </a:bodyPr>
          <a:lstStyle/>
          <a:p>
            <a:pPr algn="ctr"/>
            <a:r>
              <a:rPr lang="en-US" dirty="0">
                <a:solidFill>
                  <a:schemeClr val="bg1"/>
                </a:solidFill>
                <a:latin typeface="Aharoni" panose="02010803020104030203" pitchFamily="2" charset="-79"/>
                <a:cs typeface="Aharoni" panose="02010803020104030203" pitchFamily="2" charset="-79"/>
              </a:rPr>
              <a:t>WELCOME TO THE CALIBRATION TOOL</a:t>
            </a:r>
          </a:p>
          <a:p>
            <a:pPr algn="ctr"/>
            <a:r>
              <a:rPr lang="en-US" dirty="0">
                <a:solidFill>
                  <a:schemeClr val="bg1"/>
                </a:solidFill>
                <a:latin typeface="Aharoni" panose="02010803020104030203" pitchFamily="2" charset="-79"/>
                <a:cs typeface="Aharoni" panose="02010803020104030203" pitchFamily="2" charset="-79"/>
              </a:rPr>
              <a:t>(this tool is a work in progress)</a:t>
            </a:r>
          </a:p>
        </p:txBody>
      </p:sp>
      <p:sp>
        <p:nvSpPr>
          <p:cNvPr id="6" name="Retângulo 5"/>
          <p:cNvSpPr/>
          <p:nvPr/>
        </p:nvSpPr>
        <p:spPr>
          <a:xfrm>
            <a:off x="-108519" y="-1"/>
            <a:ext cx="9361040" cy="1340769"/>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etângulo 11"/>
          <p:cNvSpPr/>
          <p:nvPr/>
        </p:nvSpPr>
        <p:spPr>
          <a:xfrm>
            <a:off x="-107944" y="5589241"/>
            <a:ext cx="9361040" cy="136815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etângulo 12"/>
          <p:cNvSpPr/>
          <p:nvPr/>
        </p:nvSpPr>
        <p:spPr>
          <a:xfrm>
            <a:off x="1513" y="0"/>
            <a:ext cx="2719014" cy="523220"/>
          </a:xfrm>
          <a:prstGeom prst="rect">
            <a:avLst/>
          </a:prstGeom>
        </p:spPr>
        <p:txBody>
          <a:bodyPr wrap="none">
            <a:spAutoFit/>
          </a:bodyPr>
          <a:lstStyle/>
          <a:p>
            <a:pPr lvl="0"/>
            <a:r>
              <a:rPr lang="en-US" sz="2800" dirty="0">
                <a:solidFill>
                  <a:prstClr val="black"/>
                </a:solidFill>
                <a:latin typeface="Aharoni" panose="02010803020104030203" pitchFamily="2" charset="-79"/>
                <a:cs typeface="Aharoni" panose="02010803020104030203" pitchFamily="2" charset="-79"/>
              </a:rPr>
              <a:t>BACKGROUND</a:t>
            </a:r>
          </a:p>
        </p:txBody>
      </p:sp>
    </p:spTree>
    <p:extLst>
      <p:ext uri="{BB962C8B-B14F-4D97-AF65-F5344CB8AC3E}">
        <p14:creationId xmlns:p14="http://schemas.microsoft.com/office/powerpoint/2010/main" val="18464749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F50A6CB6-E253-6C2F-F397-912E3825D535}"/>
              </a:ext>
            </a:extLst>
          </p:cNvPr>
          <p:cNvPicPr>
            <a:picLocks noChangeAspect="1"/>
          </p:cNvPicPr>
          <p:nvPr/>
        </p:nvPicPr>
        <p:blipFill>
          <a:blip r:embed="rId2"/>
          <a:stretch>
            <a:fillRect/>
          </a:stretch>
        </p:blipFill>
        <p:spPr>
          <a:xfrm>
            <a:off x="498661" y="1221090"/>
            <a:ext cx="8164684" cy="4380013"/>
          </a:xfrm>
          <a:prstGeom prst="rect">
            <a:avLst/>
          </a:prstGeom>
        </p:spPr>
      </p:pic>
      <p:sp>
        <p:nvSpPr>
          <p:cNvPr id="3" name="Retângulo 2"/>
          <p:cNvSpPr/>
          <p:nvPr/>
        </p:nvSpPr>
        <p:spPr>
          <a:xfrm>
            <a:off x="1801416" y="1938757"/>
            <a:ext cx="2338535" cy="629416"/>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available calibration markers. The dot in the icon indicates the target position of the marker.</a:t>
            </a:r>
            <a:endParaRPr lang="en-US" sz="1200" b="1" dirty="0">
              <a:solidFill>
                <a:srgbClr val="C00000"/>
              </a:solidFill>
              <a:latin typeface="Cabin" panose="020B0803050202020004" pitchFamily="34" charset="0"/>
            </a:endParaRPr>
          </a:p>
        </p:txBody>
      </p:sp>
      <p:sp>
        <p:nvSpPr>
          <p:cNvPr id="4" name="Fluxograma: Mesclar 3"/>
          <p:cNvSpPr/>
          <p:nvPr/>
        </p:nvSpPr>
        <p:spPr>
          <a:xfrm rot="5400000">
            <a:off x="1402067" y="2199459"/>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tângulo 4"/>
          <p:cNvSpPr/>
          <p:nvPr/>
        </p:nvSpPr>
        <p:spPr>
          <a:xfrm>
            <a:off x="527057" y="3588147"/>
            <a:ext cx="1931105" cy="992982"/>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en-US" sz="1200" b="1" dirty="0">
                <a:solidFill>
                  <a:srgbClr val="C00000"/>
                </a:solidFill>
                <a:latin typeface="Cabin" panose="020B0803050202020004" pitchFamily="34" charset="0"/>
              </a:rPr>
              <a:t>The two calibration modes, one to align the layout to the scene (“initialization”), one to refine the alignment (“refinement”)</a:t>
            </a:r>
          </a:p>
        </p:txBody>
      </p:sp>
      <p:sp>
        <p:nvSpPr>
          <p:cNvPr id="6" name="Fluxograma: Mesclar 5"/>
          <p:cNvSpPr/>
          <p:nvPr/>
        </p:nvSpPr>
        <p:spPr>
          <a:xfrm rot="10800000">
            <a:off x="1240582" y="3418191"/>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tângulo 9"/>
          <p:cNvSpPr/>
          <p:nvPr/>
        </p:nvSpPr>
        <p:spPr>
          <a:xfrm>
            <a:off x="1799692" y="2684581"/>
            <a:ext cx="2501832" cy="711880"/>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trigger of the calibration improvement. Click as many times as you want, and every time a marker position is changed</a:t>
            </a:r>
            <a:endParaRPr lang="en-US" sz="1200" b="1" dirty="0">
              <a:solidFill>
                <a:schemeClr val="tx2">
                  <a:lumMod val="60000"/>
                  <a:lumOff val="40000"/>
                </a:schemeClr>
              </a:solidFill>
              <a:latin typeface="Cabin" panose="020B0803050202020004" pitchFamily="34" charset="0"/>
            </a:endParaRPr>
          </a:p>
        </p:txBody>
      </p:sp>
      <p:sp>
        <p:nvSpPr>
          <p:cNvPr id="11" name="Fluxograma: Mesclar 10"/>
          <p:cNvSpPr/>
          <p:nvPr/>
        </p:nvSpPr>
        <p:spPr>
          <a:xfrm rot="5400000">
            <a:off x="1421650" y="2986515"/>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tângulo 11"/>
          <p:cNvSpPr/>
          <p:nvPr/>
        </p:nvSpPr>
        <p:spPr>
          <a:xfrm>
            <a:off x="3622756" y="4259012"/>
            <a:ext cx="3063083" cy="779040"/>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octagon layout, which should be aligned to the scene (especially the inner octagon), and with the main logo oriented in the same way as the actual logo in the arena.</a:t>
            </a:r>
            <a:endParaRPr lang="en-US" sz="1200" b="1" dirty="0">
              <a:solidFill>
                <a:schemeClr val="tx2">
                  <a:lumMod val="60000"/>
                  <a:lumOff val="40000"/>
                </a:schemeClr>
              </a:solidFill>
              <a:latin typeface="Cabin" panose="020B0803050202020004" pitchFamily="34" charset="0"/>
            </a:endParaRPr>
          </a:p>
        </p:txBody>
      </p:sp>
      <p:sp>
        <p:nvSpPr>
          <p:cNvPr id="13" name="Fluxograma: Mesclar 12"/>
          <p:cNvSpPr/>
          <p:nvPr/>
        </p:nvSpPr>
        <p:spPr>
          <a:xfrm rot="5400000">
            <a:off x="3214441" y="4594526"/>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tângulo de cantos arredondados 17"/>
          <p:cNvSpPr/>
          <p:nvPr/>
        </p:nvSpPr>
        <p:spPr>
          <a:xfrm>
            <a:off x="2636349" y="5805264"/>
            <a:ext cx="3840602" cy="261610"/>
          </a:xfrm>
          <a:prstGeom prst="roundRect">
            <a:avLst/>
          </a:prstGeom>
          <a:solidFill>
            <a:srgbClr val="FFFF00"/>
          </a:solidFill>
          <a:ln w="3175">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sz="1200" dirty="0">
                <a:solidFill>
                  <a:prstClr val="black"/>
                </a:solidFill>
                <a:latin typeface="Cabin" panose="020B0803050202020004" pitchFamily="34" charset="0"/>
              </a:rPr>
              <a:t>(you can close this window by clicking on top of it)</a:t>
            </a:r>
          </a:p>
        </p:txBody>
      </p:sp>
      <p:sp>
        <p:nvSpPr>
          <p:cNvPr id="16" name="Retângulo de cantos arredondados 15"/>
          <p:cNvSpPr/>
          <p:nvPr/>
        </p:nvSpPr>
        <p:spPr>
          <a:xfrm>
            <a:off x="3188498" y="548680"/>
            <a:ext cx="2736304" cy="369332"/>
          </a:xfrm>
          <a:prstGeom prst="roundRect">
            <a:avLst/>
          </a:prstGeom>
          <a:solidFill>
            <a:srgbClr val="FFFF00"/>
          </a:solidFill>
          <a:ln w="3175">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b="1" dirty="0">
                <a:solidFill>
                  <a:prstClr val="black"/>
                </a:solidFill>
                <a:latin typeface="Cabin" panose="020B0803050202020004" pitchFamily="34" charset="0"/>
              </a:rPr>
              <a:t>UFC Calibrator cheat sheet</a:t>
            </a:r>
          </a:p>
        </p:txBody>
      </p:sp>
      <p:sp>
        <p:nvSpPr>
          <p:cNvPr id="2" name="Retângulo 2">
            <a:extLst>
              <a:ext uri="{FF2B5EF4-FFF2-40B4-BE49-F238E27FC236}">
                <a16:creationId xmlns:a16="http://schemas.microsoft.com/office/drawing/2014/main" id="{3043F959-1FDE-A151-1654-1BADED1C9B80}"/>
              </a:ext>
            </a:extLst>
          </p:cNvPr>
          <p:cNvSpPr/>
          <p:nvPr/>
        </p:nvSpPr>
        <p:spPr>
          <a:xfrm>
            <a:off x="3347864" y="1315893"/>
            <a:ext cx="2338535" cy="504056"/>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overall calibraiton quality, which should be above 90%.</a:t>
            </a:r>
            <a:endParaRPr lang="en-US" sz="1200" b="1" dirty="0">
              <a:solidFill>
                <a:srgbClr val="C00000"/>
              </a:solidFill>
              <a:latin typeface="Cabin" panose="020B0803050202020004" pitchFamily="34" charset="0"/>
            </a:endParaRPr>
          </a:p>
        </p:txBody>
      </p:sp>
      <p:sp>
        <p:nvSpPr>
          <p:cNvPr id="7" name="Fluxograma: Mesclar 3">
            <a:extLst>
              <a:ext uri="{FF2B5EF4-FFF2-40B4-BE49-F238E27FC236}">
                <a16:creationId xmlns:a16="http://schemas.microsoft.com/office/drawing/2014/main" id="{58F79ABA-3513-2A27-235E-F605AC976672}"/>
              </a:ext>
            </a:extLst>
          </p:cNvPr>
          <p:cNvSpPr/>
          <p:nvPr/>
        </p:nvSpPr>
        <p:spPr>
          <a:xfrm rot="5400000">
            <a:off x="2948515" y="1513915"/>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tângulo 9">
            <a:extLst>
              <a:ext uri="{FF2B5EF4-FFF2-40B4-BE49-F238E27FC236}">
                <a16:creationId xmlns:a16="http://schemas.microsoft.com/office/drawing/2014/main" id="{E9FF015D-C100-9102-FA81-D60BB53301AE}"/>
              </a:ext>
            </a:extLst>
          </p:cNvPr>
          <p:cNvSpPr/>
          <p:nvPr/>
        </p:nvSpPr>
        <p:spPr>
          <a:xfrm>
            <a:off x="5141507" y="2072451"/>
            <a:ext cx="3138905" cy="1220098"/>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calibration makers. Notice the quality (top) and the name (bottom) of each marker, which should be above 90% and correspond to the actual octagon, respectively. The red bar is a suggestion on how the marker may be moved to improve the (current) calibration.</a:t>
            </a:r>
            <a:endParaRPr lang="en-US" sz="1200" b="1" dirty="0">
              <a:solidFill>
                <a:schemeClr val="tx2">
                  <a:lumMod val="60000"/>
                  <a:lumOff val="40000"/>
                </a:schemeClr>
              </a:solidFill>
              <a:latin typeface="Cabin" panose="020B0803050202020004" pitchFamily="34" charset="0"/>
            </a:endParaRPr>
          </a:p>
        </p:txBody>
      </p:sp>
      <p:sp>
        <p:nvSpPr>
          <p:cNvPr id="17" name="Fluxograma: Mesclar 10">
            <a:extLst>
              <a:ext uri="{FF2B5EF4-FFF2-40B4-BE49-F238E27FC236}">
                <a16:creationId xmlns:a16="http://schemas.microsoft.com/office/drawing/2014/main" id="{9A8FDAF7-BDDA-8068-3B22-5C8147961DD9}"/>
              </a:ext>
            </a:extLst>
          </p:cNvPr>
          <p:cNvSpPr/>
          <p:nvPr/>
        </p:nvSpPr>
        <p:spPr>
          <a:xfrm rot="5400000">
            <a:off x="4763466" y="2628494"/>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407334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4B8EC03-122F-DB50-4288-E24D7016D367}"/>
              </a:ext>
            </a:extLst>
          </p:cNvPr>
          <p:cNvPicPr>
            <a:picLocks noChangeAspect="1"/>
          </p:cNvPicPr>
          <p:nvPr/>
        </p:nvPicPr>
        <p:blipFill>
          <a:blip r:embed="rId2"/>
          <a:stretch>
            <a:fillRect/>
          </a:stretch>
        </p:blipFill>
        <p:spPr>
          <a:xfrm>
            <a:off x="0" y="976312"/>
            <a:ext cx="9144000" cy="4905375"/>
          </a:xfrm>
          <a:prstGeom prst="rect">
            <a:avLst/>
          </a:prstGeom>
        </p:spPr>
      </p:pic>
      <p:pic>
        <p:nvPicPr>
          <p:cNvPr id="5" name="Picture 4" descr="A picture containing text, book&#10;&#10;Description automatically generated">
            <a:extLst>
              <a:ext uri="{FF2B5EF4-FFF2-40B4-BE49-F238E27FC236}">
                <a16:creationId xmlns:a16="http://schemas.microsoft.com/office/drawing/2014/main" id="{5C66FF3B-208C-641F-0E71-1688F76B3D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4052" y="2082213"/>
            <a:ext cx="3635896" cy="2693572"/>
          </a:xfrm>
          <a:prstGeom prst="rect">
            <a:avLst/>
          </a:prstGeom>
        </p:spPr>
      </p:pic>
    </p:spTree>
    <p:extLst>
      <p:ext uri="{BB962C8B-B14F-4D97-AF65-F5344CB8AC3E}">
        <p14:creationId xmlns:p14="http://schemas.microsoft.com/office/powerpoint/2010/main" val="925424427"/>
      </p:ext>
    </p:extLst>
  </p:cSld>
  <p:clrMapOvr>
    <a:masterClrMapping/>
  </p:clrMapOvr>
</p:sld>
</file>

<file path=ppt/theme/theme1.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14798</TotalTime>
  <Words>327</Words>
  <Application>Microsoft Office PowerPoint</Application>
  <PresentationFormat>On-screen Show (4:3)</PresentationFormat>
  <Paragraphs>26</Paragraphs>
  <Slides>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vt:i4>
      </vt:variant>
    </vt:vector>
  </HeadingPairs>
  <TitlesOfParts>
    <vt:vector size="14" baseType="lpstr">
      <vt:lpstr>Agency FB</vt:lpstr>
      <vt:lpstr>Aharoni</vt:lpstr>
      <vt:lpstr>Arial</vt:lpstr>
      <vt:lpstr>Blue Highway D Type</vt:lpstr>
      <vt:lpstr>Cabin</vt:lpstr>
      <vt:lpstr>Calibri</vt:lpstr>
      <vt:lpstr>Verdana</vt:lpstr>
      <vt:lpstr>Tema do Office</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Dietrich</dc:creator>
  <cp:lastModifiedBy>Carlos Dietrich</cp:lastModifiedBy>
  <cp:revision>68</cp:revision>
  <dcterms:created xsi:type="dcterms:W3CDTF">2015-11-17T21:27:19Z</dcterms:created>
  <dcterms:modified xsi:type="dcterms:W3CDTF">2024-03-11T18:26:01Z</dcterms:modified>
</cp:coreProperties>
</file>
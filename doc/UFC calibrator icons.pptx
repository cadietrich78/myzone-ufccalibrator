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361" r:id="rId3"/>
    <p:sldId id="360" r:id="rId4"/>
    <p:sldId id="293" r:id="rId5"/>
    <p:sldId id="356" r:id="rId6"/>
    <p:sldId id="358" r:id="rId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00"/>
    <a:srgbClr val="FFFFCC"/>
    <a:srgbClr val="B7D2D5"/>
    <a:srgbClr val="008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varScale="1">
        <p:scale>
          <a:sx n="108" d="100"/>
          <a:sy n="108" d="100"/>
        </p:scale>
        <p:origin x="1980"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10/31/2023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10/31/2023</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10/31/2023</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10/31/2023</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10/31/2023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10/31/2023</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10/31/2023</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colorful tripod with a ball on top&#10;&#10;Description automatically generated">
            <a:extLst>
              <a:ext uri="{FF2B5EF4-FFF2-40B4-BE49-F238E27FC236}">
                <a16:creationId xmlns:a16="http://schemas.microsoft.com/office/drawing/2014/main" id="{DAECAAA5-5D8B-ED94-2874-2457FAC63B76}"/>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314" r="13541"/>
          <a:stretch/>
        </p:blipFill>
        <p:spPr>
          <a:xfrm>
            <a:off x="640080" y="382352"/>
            <a:ext cx="3931920" cy="6093296"/>
          </a:xfrm>
          <a:prstGeom prst="rect">
            <a:avLst/>
          </a:prstGeom>
        </p:spPr>
      </p:pic>
      <p:sp>
        <p:nvSpPr>
          <p:cNvPr id="13" name="Retângulo 63">
            <a:extLst>
              <a:ext uri="{FF2B5EF4-FFF2-40B4-BE49-F238E27FC236}">
                <a16:creationId xmlns:a16="http://schemas.microsoft.com/office/drawing/2014/main" id="{011CF491-D736-1BAE-A154-3076D1F878FE}"/>
              </a:ext>
            </a:extLst>
          </p:cNvPr>
          <p:cNvSpPr/>
          <p:nvPr/>
        </p:nvSpPr>
        <p:spPr>
          <a:xfrm>
            <a:off x="1312310" y="33027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Elipse 167">
            <a:extLst>
              <a:ext uri="{FF2B5EF4-FFF2-40B4-BE49-F238E27FC236}">
                <a16:creationId xmlns:a16="http://schemas.microsoft.com/office/drawing/2014/main" id="{72AD8D1A-4E73-8635-E701-101107447B9F}"/>
              </a:ext>
            </a:extLst>
          </p:cNvPr>
          <p:cNvSpPr/>
          <p:nvPr/>
        </p:nvSpPr>
        <p:spPr>
          <a:xfrm rot="5400000">
            <a:off x="1636346" y="362677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Retângulo 63">
            <a:extLst>
              <a:ext uri="{FF2B5EF4-FFF2-40B4-BE49-F238E27FC236}">
                <a16:creationId xmlns:a16="http://schemas.microsoft.com/office/drawing/2014/main" id="{B1A6E289-0115-CF80-A3E9-F14817634107}"/>
              </a:ext>
            </a:extLst>
          </p:cNvPr>
          <p:cNvSpPr/>
          <p:nvPr/>
        </p:nvSpPr>
        <p:spPr>
          <a:xfrm>
            <a:off x="700734" y="474290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Elipse 167">
            <a:extLst>
              <a:ext uri="{FF2B5EF4-FFF2-40B4-BE49-F238E27FC236}">
                <a16:creationId xmlns:a16="http://schemas.microsoft.com/office/drawing/2014/main" id="{8E7DE49F-7FF8-411B-59B0-250A587E628A}"/>
              </a:ext>
            </a:extLst>
          </p:cNvPr>
          <p:cNvSpPr/>
          <p:nvPr/>
        </p:nvSpPr>
        <p:spPr>
          <a:xfrm rot="5400000">
            <a:off x="1024770" y="506693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7" name="Retângulo 63">
            <a:extLst>
              <a:ext uri="{FF2B5EF4-FFF2-40B4-BE49-F238E27FC236}">
                <a16:creationId xmlns:a16="http://schemas.microsoft.com/office/drawing/2014/main" id="{B8C8F4BF-98C5-FA09-A162-479398FBA1B4}"/>
              </a:ext>
            </a:extLst>
          </p:cNvPr>
          <p:cNvSpPr/>
          <p:nvPr/>
        </p:nvSpPr>
        <p:spPr>
          <a:xfrm>
            <a:off x="3715208" y="548961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Elipse 167">
            <a:extLst>
              <a:ext uri="{FF2B5EF4-FFF2-40B4-BE49-F238E27FC236}">
                <a16:creationId xmlns:a16="http://schemas.microsoft.com/office/drawing/2014/main" id="{8AEB6A06-BB7F-B379-55C9-3F15394C7DB5}"/>
              </a:ext>
            </a:extLst>
          </p:cNvPr>
          <p:cNvSpPr/>
          <p:nvPr/>
        </p:nvSpPr>
        <p:spPr>
          <a:xfrm rot="5400000">
            <a:off x="4039244" y="581365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Retângulo 63">
            <a:extLst>
              <a:ext uri="{FF2B5EF4-FFF2-40B4-BE49-F238E27FC236}">
                <a16:creationId xmlns:a16="http://schemas.microsoft.com/office/drawing/2014/main" id="{25088A7E-A2CB-1B59-EEC7-7E86621F989C}"/>
              </a:ext>
            </a:extLst>
          </p:cNvPr>
          <p:cNvSpPr/>
          <p:nvPr/>
        </p:nvSpPr>
        <p:spPr>
          <a:xfrm>
            <a:off x="2689340" y="376142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Elipse 167">
            <a:extLst>
              <a:ext uri="{FF2B5EF4-FFF2-40B4-BE49-F238E27FC236}">
                <a16:creationId xmlns:a16="http://schemas.microsoft.com/office/drawing/2014/main" id="{4FE5C751-DC5E-1A00-0467-85C099D909D5}"/>
              </a:ext>
            </a:extLst>
          </p:cNvPr>
          <p:cNvSpPr/>
          <p:nvPr/>
        </p:nvSpPr>
        <p:spPr>
          <a:xfrm rot="5400000">
            <a:off x="3013376" y="4085458"/>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9" name="Retângulo 63">
            <a:extLst>
              <a:ext uri="{FF2B5EF4-FFF2-40B4-BE49-F238E27FC236}">
                <a16:creationId xmlns:a16="http://schemas.microsoft.com/office/drawing/2014/main" id="{37D81F23-B8A8-9D03-988B-83BEFDBFDB48}"/>
              </a:ext>
            </a:extLst>
          </p:cNvPr>
          <p:cNvSpPr/>
          <p:nvPr/>
        </p:nvSpPr>
        <p:spPr>
          <a:xfrm>
            <a:off x="2565053" y="289042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Elipse 167">
            <a:extLst>
              <a:ext uri="{FF2B5EF4-FFF2-40B4-BE49-F238E27FC236}">
                <a16:creationId xmlns:a16="http://schemas.microsoft.com/office/drawing/2014/main" id="{AB9537C1-27BD-4A88-C091-C7B92458434D}"/>
              </a:ext>
            </a:extLst>
          </p:cNvPr>
          <p:cNvSpPr/>
          <p:nvPr/>
        </p:nvSpPr>
        <p:spPr>
          <a:xfrm rot="5400000">
            <a:off x="2889089" y="321445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1" name="Retângulo 63">
            <a:extLst>
              <a:ext uri="{FF2B5EF4-FFF2-40B4-BE49-F238E27FC236}">
                <a16:creationId xmlns:a16="http://schemas.microsoft.com/office/drawing/2014/main" id="{9A4E309E-4825-0D8F-9700-97071C3DBB65}"/>
              </a:ext>
            </a:extLst>
          </p:cNvPr>
          <p:cNvSpPr/>
          <p:nvPr/>
        </p:nvSpPr>
        <p:spPr>
          <a:xfrm>
            <a:off x="2328316" y="66606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Elipse 167">
            <a:extLst>
              <a:ext uri="{FF2B5EF4-FFF2-40B4-BE49-F238E27FC236}">
                <a16:creationId xmlns:a16="http://schemas.microsoft.com/office/drawing/2014/main" id="{3B1AAA30-1E2B-E325-83FD-A90E557DE35C}"/>
              </a:ext>
            </a:extLst>
          </p:cNvPr>
          <p:cNvSpPr/>
          <p:nvPr/>
        </p:nvSpPr>
        <p:spPr>
          <a:xfrm rot="5400000">
            <a:off x="2652352" y="990098"/>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43" name="Picture 42" descr="A colorful tripod with a ball on top&#10;&#10;Description automatically generated">
            <a:extLst>
              <a:ext uri="{FF2B5EF4-FFF2-40B4-BE49-F238E27FC236}">
                <a16:creationId xmlns:a16="http://schemas.microsoft.com/office/drawing/2014/main" id="{59FC6847-7EF8-CBEE-FBA7-E737E26EF35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879" r="12204"/>
          <a:stretch/>
        </p:blipFill>
        <p:spPr>
          <a:xfrm>
            <a:off x="5029200" y="382352"/>
            <a:ext cx="4023360" cy="6093296"/>
          </a:xfrm>
          <a:prstGeom prst="rect">
            <a:avLst/>
          </a:prstGeom>
        </p:spPr>
      </p:pic>
      <p:sp>
        <p:nvSpPr>
          <p:cNvPr id="50" name="Retângulo 63">
            <a:extLst>
              <a:ext uri="{FF2B5EF4-FFF2-40B4-BE49-F238E27FC236}">
                <a16:creationId xmlns:a16="http://schemas.microsoft.com/office/drawing/2014/main" id="{85C98082-8EE6-1D0D-93BE-2160D9B77E85}"/>
              </a:ext>
            </a:extLst>
          </p:cNvPr>
          <p:cNvSpPr/>
          <p:nvPr/>
        </p:nvSpPr>
        <p:spPr>
          <a:xfrm>
            <a:off x="7560641" y="351974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Elipse 167">
            <a:extLst>
              <a:ext uri="{FF2B5EF4-FFF2-40B4-BE49-F238E27FC236}">
                <a16:creationId xmlns:a16="http://schemas.microsoft.com/office/drawing/2014/main" id="{47651A6B-627A-2101-4945-BC7EFDA2DA02}"/>
              </a:ext>
            </a:extLst>
          </p:cNvPr>
          <p:cNvSpPr/>
          <p:nvPr/>
        </p:nvSpPr>
        <p:spPr>
          <a:xfrm rot="5400000">
            <a:off x="7884677" y="384378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176934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 name="Picture 42" descr="A colorful tripod with a ball on top&#10;&#10;Description automatically generated">
            <a:extLst>
              <a:ext uri="{FF2B5EF4-FFF2-40B4-BE49-F238E27FC236}">
                <a16:creationId xmlns:a16="http://schemas.microsoft.com/office/drawing/2014/main" id="{59FC6847-7EF8-CBEE-FBA7-E737E26EF35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879" r="12204"/>
          <a:stretch/>
        </p:blipFill>
        <p:spPr>
          <a:xfrm>
            <a:off x="1403648" y="1138853"/>
            <a:ext cx="6336704" cy="4580294"/>
          </a:xfrm>
          <a:prstGeom prst="rect">
            <a:avLst/>
          </a:prstGeom>
          <a:ln>
            <a:solidFill>
              <a:schemeClr val="tx1"/>
            </a:solidFill>
          </a:ln>
        </p:spPr>
      </p:pic>
      <p:cxnSp>
        <p:nvCxnSpPr>
          <p:cNvPr id="3" name="Straight Connector 2">
            <a:extLst>
              <a:ext uri="{FF2B5EF4-FFF2-40B4-BE49-F238E27FC236}">
                <a16:creationId xmlns:a16="http://schemas.microsoft.com/office/drawing/2014/main" id="{29EC8FF2-C018-1770-1145-C80E20E5B0B2}"/>
              </a:ext>
            </a:extLst>
          </p:cNvPr>
          <p:cNvCxnSpPr>
            <a:stCxn id="43" idx="0"/>
            <a:endCxn id="43" idx="2"/>
          </p:cNvCxnSpPr>
          <p:nvPr/>
        </p:nvCxnSpPr>
        <p:spPr>
          <a:xfrm>
            <a:off x="4572000" y="1138853"/>
            <a:ext cx="0" cy="4580294"/>
          </a:xfrm>
          <a:prstGeom prst="line">
            <a:avLst/>
          </a:prstGeom>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B1B8565A-2FEB-A7BD-6834-53383B5333D9}"/>
              </a:ext>
            </a:extLst>
          </p:cNvPr>
          <p:cNvCxnSpPr>
            <a:stCxn id="43" idx="1"/>
            <a:endCxn id="43" idx="3"/>
          </p:cNvCxnSpPr>
          <p:nvPr/>
        </p:nvCxnSpPr>
        <p:spPr>
          <a:xfrm>
            <a:off x="1403648" y="3429000"/>
            <a:ext cx="633670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475E1B1-0579-362E-9853-EFAC03A06248}"/>
              </a:ext>
            </a:extLst>
          </p:cNvPr>
          <p:cNvCxnSpPr/>
          <p:nvPr/>
        </p:nvCxnSpPr>
        <p:spPr>
          <a:xfrm>
            <a:off x="2987824" y="1138853"/>
            <a:ext cx="0" cy="4580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A327987-4BF1-F172-A8DD-4B6E91304A44}"/>
              </a:ext>
            </a:extLst>
          </p:cNvPr>
          <p:cNvCxnSpPr/>
          <p:nvPr/>
        </p:nvCxnSpPr>
        <p:spPr>
          <a:xfrm>
            <a:off x="6156176" y="1138853"/>
            <a:ext cx="0" cy="4580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F2761D5-FC37-FBB2-DF93-D309F9A93B83}"/>
              </a:ext>
            </a:extLst>
          </p:cNvPr>
          <p:cNvCxnSpPr/>
          <p:nvPr/>
        </p:nvCxnSpPr>
        <p:spPr>
          <a:xfrm>
            <a:off x="1403648" y="2276872"/>
            <a:ext cx="6336704" cy="0"/>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5C16EDD6-9704-F5B4-6475-7DE9684B031C}"/>
              </a:ext>
            </a:extLst>
          </p:cNvPr>
          <p:cNvCxnSpPr>
            <a:cxnSpLocks/>
          </p:cNvCxnSpPr>
          <p:nvPr/>
        </p:nvCxnSpPr>
        <p:spPr>
          <a:xfrm>
            <a:off x="1403648" y="4509120"/>
            <a:ext cx="633670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98124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a:extLst>
              <a:ext uri="{FF2B5EF4-FFF2-40B4-BE49-F238E27FC236}">
                <a16:creationId xmlns:a16="http://schemas.microsoft.com/office/drawing/2014/main" id="{51424F96-00A3-4D44-AB7E-61B1897052E3}"/>
              </a:ext>
            </a:extLst>
          </p:cNvPr>
          <p:cNvPicPr>
            <a:picLocks noChangeAspect="1"/>
          </p:cNvPicPr>
          <p:nvPr/>
        </p:nvPicPr>
        <p:blipFill rotWithShape="1">
          <a:blip r:embed="rId2">
            <a:duotone>
              <a:prstClr val="black"/>
              <a:schemeClr val="tx2">
                <a:tint val="45000"/>
                <a:satMod val="400000"/>
              </a:schemeClr>
            </a:duotone>
            <a:extLst>
              <a:ext uri="{BEBA8EAE-BF5A-486C-A8C5-ECC9F3942E4B}">
                <a14:imgProps xmlns:a14="http://schemas.microsoft.com/office/drawing/2010/main">
                  <a14:imgLayer r:embed="rId3">
                    <a14:imgEffect>
                      <a14:brightnessContrast bright="-78000"/>
                    </a14:imgEffect>
                  </a14:imgLayer>
                </a14:imgProps>
              </a:ext>
              <a:ext uri="{28A0092B-C50C-407E-A947-70E740481C1C}">
                <a14:useLocalDpi xmlns:a14="http://schemas.microsoft.com/office/drawing/2010/main" val="0"/>
              </a:ext>
            </a:extLst>
          </a:blip>
          <a:srcRect l="256" r="256"/>
          <a:stretch/>
        </p:blipFill>
        <p:spPr>
          <a:xfrm>
            <a:off x="731520" y="768663"/>
            <a:ext cx="7651020" cy="5569384"/>
          </a:xfrm>
          <a:prstGeom prst="rect">
            <a:avLst/>
          </a:prstGeom>
        </p:spPr>
      </p:pic>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22136" y="833155"/>
            <a:ext cx="962201" cy="1008239"/>
          </a:xfrm>
          <a:prstGeom prst="rect">
            <a:avLst/>
          </a:prstGeom>
        </p:spPr>
      </p:pic>
      <p:pic>
        <p:nvPicPr>
          <p:cNvPr id="8" name="Picture 7">
            <a:extLst>
              <a:ext uri="{FF2B5EF4-FFF2-40B4-BE49-F238E27FC236}">
                <a16:creationId xmlns:a16="http://schemas.microsoft.com/office/drawing/2014/main" id="{7F919867-D511-B47D-9AB1-B60880BB0A21}"/>
              </a:ext>
            </a:extLst>
          </p:cNvPr>
          <p:cNvPicPr>
            <a:picLocks noChangeAspect="1"/>
          </p:cNvPicPr>
          <p:nvPr/>
        </p:nvPicPr>
        <p:blipFill rotWithShape="1">
          <a:blip r:embed="rId5"/>
          <a:srcRect l="22880" t="3519" r="21737" b="17897"/>
          <a:stretch/>
        </p:blipFill>
        <p:spPr>
          <a:xfrm>
            <a:off x="2276587" y="1020827"/>
            <a:ext cx="5113744" cy="448056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753600" y="4470209"/>
            <a:ext cx="7651020" cy="98488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THE Calibrator </a:t>
            </a:r>
            <a:r>
              <a:rPr lang="pt-BR"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1.0.0</a:t>
            </a:r>
            <a:endParaRPr lang="en-US"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the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Picture 12" descr="A white circle with a black background&#10;&#10;Description automatically generated">
            <a:extLst>
              <a:ext uri="{FF2B5EF4-FFF2-40B4-BE49-F238E27FC236}">
                <a16:creationId xmlns:a16="http://schemas.microsoft.com/office/drawing/2014/main" id="{4442F27D-EA25-B11E-A3E3-A8725E30ED9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87333" y="908654"/>
            <a:ext cx="851707" cy="851707"/>
          </a:xfrm>
          <a:prstGeom prst="rect">
            <a:avLst/>
          </a:prstGeom>
        </p:spPr>
      </p:pic>
    </p:spTree>
    <p:extLst>
      <p:ext uri="{BB962C8B-B14F-4D97-AF65-F5344CB8AC3E}">
        <p14:creationId xmlns:p14="http://schemas.microsoft.com/office/powerpoint/2010/main" val="1270884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The Magic behind Camera Calibration | Medium">
            <a:extLst>
              <a:ext uri="{FF2B5EF4-FFF2-40B4-BE49-F238E27FC236}">
                <a16:creationId xmlns:a16="http://schemas.microsoft.com/office/drawing/2014/main" id="{830D291F-9DDE-4F62-840E-B22CE12681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9999"/>
          <a:stretch/>
        </p:blipFill>
        <p:spPr bwMode="auto">
          <a:xfrm>
            <a:off x="0" y="1340765"/>
            <a:ext cx="9144000" cy="4248473"/>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aixaDeTexto 1"/>
          <p:cNvSpPr txBox="1"/>
          <p:nvPr/>
        </p:nvSpPr>
        <p:spPr>
          <a:xfrm>
            <a:off x="2412594" y="3244333"/>
            <a:ext cx="4318811"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14806</TotalTime>
  <Words>285</Words>
  <Application>Microsoft Office PowerPoint</Application>
  <PresentationFormat>On-screen Show (4:3)</PresentationFormat>
  <Paragraphs>15</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66</cp:revision>
  <dcterms:created xsi:type="dcterms:W3CDTF">2015-11-17T21:27:19Z</dcterms:created>
  <dcterms:modified xsi:type="dcterms:W3CDTF">2023-10-31T21:22:02Z</dcterms:modified>
</cp:coreProperties>
</file>
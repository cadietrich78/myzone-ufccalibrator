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60" r:id="rId2"/>
    <p:sldId id="362" r:id="rId3"/>
    <p:sldId id="359" r:id="rId4"/>
    <p:sldId id="293" r:id="rId5"/>
    <p:sldId id="356" r:id="rId6"/>
    <p:sldId id="358" r:id="rId7"/>
    <p:sldId id="363" r:id="rId8"/>
    <p:sldId id="364"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0000FF"/>
    <a:srgbClr val="FFFFCC"/>
    <a:srgbClr val="B7D2D5"/>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57" autoAdjust="0"/>
    <p:restoredTop sz="94660"/>
  </p:normalViewPr>
  <p:slideViewPr>
    <p:cSldViewPr>
      <p:cViewPr varScale="1">
        <p:scale>
          <a:sx n="108" d="100"/>
          <a:sy n="108" d="100"/>
        </p:scale>
        <p:origin x="1980"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título mestre</a:t>
            </a:r>
            <a:endParaRPr lang="en-US"/>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a:p>
        </p:txBody>
      </p:sp>
      <p:sp>
        <p:nvSpPr>
          <p:cNvPr id="4" name="Espaço Reservado para Data 3"/>
          <p:cNvSpPr>
            <a:spLocks noGrp="1"/>
          </p:cNvSpPr>
          <p:nvPr>
            <p:ph type="dt" sz="half" idx="10"/>
          </p:nvPr>
        </p:nvSpPr>
        <p:spPr/>
        <p:txBody>
          <a:bodyPr/>
          <a:lstStyle/>
          <a:p>
            <a:fld id="{A9A6E6A7-8BB5-4312-AC96-9EE02D82EB11}" type="datetimeFigureOut">
              <a:rPr lang="en-US" smtClean="0"/>
              <a:t>10/24/2024</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2BD0E50-01B7-4B89-A980-51F9A64FACB1}" type="slidenum">
              <a:rPr lang="en-US" smtClean="0"/>
              <a:t>‹#›</a:t>
            </a:fld>
            <a:endParaRPr lang="en-US"/>
          </a:p>
        </p:txBody>
      </p:sp>
    </p:spTree>
    <p:extLst>
      <p:ext uri="{BB962C8B-B14F-4D97-AF65-F5344CB8AC3E}">
        <p14:creationId xmlns:p14="http://schemas.microsoft.com/office/powerpoint/2010/main" val="3419910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A9A6E6A7-8BB5-4312-AC96-9EE02D82EB11}" type="datetimeFigureOut">
              <a:rPr lang="en-US" smtClean="0"/>
              <a:t>10/24/2024</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2BD0E50-01B7-4B89-A980-51F9A64FACB1}" type="slidenum">
              <a:rPr lang="en-US" smtClean="0"/>
              <a:t>‹#›</a:t>
            </a:fld>
            <a:endParaRPr lang="en-US"/>
          </a:p>
        </p:txBody>
      </p:sp>
    </p:spTree>
    <p:extLst>
      <p:ext uri="{BB962C8B-B14F-4D97-AF65-F5344CB8AC3E}">
        <p14:creationId xmlns:p14="http://schemas.microsoft.com/office/powerpoint/2010/main" val="3671741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título mestre</a:t>
            </a:r>
            <a:endParaRPr lang="en-US"/>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A9A6E6A7-8BB5-4312-AC96-9EE02D82EB11}" type="datetimeFigureOut">
              <a:rPr lang="en-US" smtClean="0"/>
              <a:t>10/24/2024</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2BD0E50-01B7-4B89-A980-51F9A64FACB1}" type="slidenum">
              <a:rPr lang="en-US" smtClean="0"/>
              <a:t>‹#›</a:t>
            </a:fld>
            <a:endParaRPr lang="en-US"/>
          </a:p>
        </p:txBody>
      </p:sp>
    </p:spTree>
    <p:extLst>
      <p:ext uri="{BB962C8B-B14F-4D97-AF65-F5344CB8AC3E}">
        <p14:creationId xmlns:p14="http://schemas.microsoft.com/office/powerpoint/2010/main" val="74006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p:cNvSpPr>
            <a:spLocks noGrp="1"/>
          </p:cNvSpPr>
          <p:nvPr>
            <p:ph type="dt" sz="half" idx="10"/>
          </p:nvPr>
        </p:nvSpPr>
        <p:spPr/>
        <p:txBody>
          <a:bodyPr/>
          <a:lstStyle/>
          <a:p>
            <a:fld id="{A9A6E6A7-8BB5-4312-AC96-9EE02D82EB11}" type="datetimeFigureOut">
              <a:rPr lang="en-US" smtClean="0"/>
              <a:t>10/24/2024</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22BD0E50-01B7-4B89-A980-51F9A64FACB1}" type="slidenum">
              <a:rPr lang="en-US" smtClean="0"/>
              <a:t>‹#›</a:t>
            </a:fld>
            <a:endParaRPr lang="en-US"/>
          </a:p>
        </p:txBody>
      </p:sp>
    </p:spTree>
    <p:extLst>
      <p:ext uri="{BB962C8B-B14F-4D97-AF65-F5344CB8AC3E}">
        <p14:creationId xmlns:p14="http://schemas.microsoft.com/office/powerpoint/2010/main" val="16123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endParaRPr lang="en-US"/>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p:cNvSpPr>
            <a:spLocks noGrp="1"/>
          </p:cNvSpPr>
          <p:nvPr>
            <p:ph type="dt" sz="half" idx="10"/>
          </p:nvPr>
        </p:nvSpPr>
        <p:spPr/>
        <p:txBody>
          <a:bodyPr/>
          <a:lstStyle/>
          <a:p>
            <a:fld id="{A9A6E6A7-8BB5-4312-AC96-9EE02D82EB11}" type="datetimeFigureOut">
              <a:rPr lang="en-US" smtClean="0"/>
              <a:t>10/24/2024</a:t>
            </a:fld>
            <a:endParaRPr lang="en-US"/>
          </a:p>
        </p:txBody>
      </p:sp>
      <p:sp>
        <p:nvSpPr>
          <p:cNvPr id="8" name="Espaço Reservado para Rodapé 7"/>
          <p:cNvSpPr>
            <a:spLocks noGrp="1"/>
          </p:cNvSpPr>
          <p:nvPr>
            <p:ph type="ftr" sz="quarter" idx="11"/>
          </p:nvPr>
        </p:nvSpPr>
        <p:spPr/>
        <p:txBody>
          <a:bodyPr/>
          <a:lstStyle/>
          <a:p>
            <a:endParaRPr lang="en-US"/>
          </a:p>
        </p:txBody>
      </p:sp>
      <p:sp>
        <p:nvSpPr>
          <p:cNvPr id="9" name="Espaço Reservado para Número de Slide 8"/>
          <p:cNvSpPr>
            <a:spLocks noGrp="1"/>
          </p:cNvSpPr>
          <p:nvPr>
            <p:ph type="sldNum" sz="quarter" idx="12"/>
          </p:nvPr>
        </p:nvSpPr>
        <p:spPr/>
        <p:txBody>
          <a:bodyPr/>
          <a:lstStyle/>
          <a:p>
            <a:fld id="{22BD0E50-01B7-4B89-A980-51F9A64FACB1}" type="slidenum">
              <a:rPr lang="en-US" smtClean="0"/>
              <a:t>‹#›</a:t>
            </a:fld>
            <a:endParaRPr lang="en-US"/>
          </a:p>
        </p:txBody>
      </p:sp>
    </p:spTree>
    <p:extLst>
      <p:ext uri="{BB962C8B-B14F-4D97-AF65-F5344CB8AC3E}">
        <p14:creationId xmlns:p14="http://schemas.microsoft.com/office/powerpoint/2010/main" val="2067934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Data 2"/>
          <p:cNvSpPr>
            <a:spLocks noGrp="1"/>
          </p:cNvSpPr>
          <p:nvPr>
            <p:ph type="dt" sz="half" idx="10"/>
          </p:nvPr>
        </p:nvSpPr>
        <p:spPr/>
        <p:txBody>
          <a:bodyPr/>
          <a:lstStyle/>
          <a:p>
            <a:fld id="{A9A6E6A7-8BB5-4312-AC96-9EE02D82EB11}" type="datetimeFigureOut">
              <a:rPr lang="en-US" smtClean="0"/>
              <a:t>10/24/2024</a:t>
            </a:fld>
            <a:endParaRPr lang="en-US"/>
          </a:p>
        </p:txBody>
      </p:sp>
      <p:sp>
        <p:nvSpPr>
          <p:cNvPr id="4" name="Espaço Reservado para Rodapé 3"/>
          <p:cNvSpPr>
            <a:spLocks noGrp="1"/>
          </p:cNvSpPr>
          <p:nvPr>
            <p:ph type="ftr" sz="quarter" idx="11"/>
          </p:nvPr>
        </p:nvSpPr>
        <p:spPr/>
        <p:txBody>
          <a:bodyPr/>
          <a:lstStyle/>
          <a:p>
            <a:endParaRPr lang="en-US"/>
          </a:p>
        </p:txBody>
      </p:sp>
      <p:sp>
        <p:nvSpPr>
          <p:cNvPr id="5" name="Espaço Reservado para Número de Slide 4"/>
          <p:cNvSpPr>
            <a:spLocks noGrp="1"/>
          </p:cNvSpPr>
          <p:nvPr>
            <p:ph type="sldNum" sz="quarter" idx="12"/>
          </p:nvPr>
        </p:nvSpPr>
        <p:spPr/>
        <p:txBody>
          <a:bodyPr/>
          <a:lstStyle/>
          <a:p>
            <a:fld id="{22BD0E50-01B7-4B89-A980-51F9A64FACB1}" type="slidenum">
              <a:rPr lang="en-US" smtClean="0"/>
              <a:t>‹#›</a:t>
            </a:fld>
            <a:endParaRPr lang="en-US"/>
          </a:p>
        </p:txBody>
      </p:sp>
    </p:spTree>
    <p:extLst>
      <p:ext uri="{BB962C8B-B14F-4D97-AF65-F5344CB8AC3E}">
        <p14:creationId xmlns:p14="http://schemas.microsoft.com/office/powerpoint/2010/main" val="3172919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A9A6E6A7-8BB5-4312-AC96-9EE02D82EB11}" type="datetimeFigureOut">
              <a:rPr lang="en-US" smtClean="0"/>
              <a:t>10/24/2024</a:t>
            </a:fld>
            <a:endParaRPr lang="en-US"/>
          </a:p>
        </p:txBody>
      </p:sp>
      <p:sp>
        <p:nvSpPr>
          <p:cNvPr id="3" name="Espaço Reservado para Rodapé 2"/>
          <p:cNvSpPr>
            <a:spLocks noGrp="1"/>
          </p:cNvSpPr>
          <p:nvPr>
            <p:ph type="ftr" sz="quarter" idx="11"/>
          </p:nvPr>
        </p:nvSpPr>
        <p:spPr/>
        <p:txBody>
          <a:bodyPr/>
          <a:lstStyle/>
          <a:p>
            <a:endParaRPr lang="en-US"/>
          </a:p>
        </p:txBody>
      </p:sp>
      <p:sp>
        <p:nvSpPr>
          <p:cNvPr id="4" name="Espaço Reservado para Número de Slide 3"/>
          <p:cNvSpPr>
            <a:spLocks noGrp="1"/>
          </p:cNvSpPr>
          <p:nvPr>
            <p:ph type="sldNum" sz="quarter" idx="12"/>
          </p:nvPr>
        </p:nvSpPr>
        <p:spPr/>
        <p:txBody>
          <a:bodyPr/>
          <a:lstStyle/>
          <a:p>
            <a:fld id="{22BD0E50-01B7-4B89-A980-51F9A64FACB1}" type="slidenum">
              <a:rPr lang="en-US" smtClean="0"/>
              <a:t>‹#›</a:t>
            </a:fld>
            <a:endParaRPr lang="en-US"/>
          </a:p>
        </p:txBody>
      </p:sp>
    </p:spTree>
    <p:extLst>
      <p:ext uri="{BB962C8B-B14F-4D97-AF65-F5344CB8AC3E}">
        <p14:creationId xmlns:p14="http://schemas.microsoft.com/office/powerpoint/2010/main" val="2100409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título mestre</a:t>
            </a:r>
            <a:endParaRPr lang="en-US"/>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A9A6E6A7-8BB5-4312-AC96-9EE02D82EB11}" type="datetimeFigureOut">
              <a:rPr lang="en-US" smtClean="0"/>
              <a:t>10/24/2024</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22BD0E50-01B7-4B89-A980-51F9A64FACB1}" type="slidenum">
              <a:rPr lang="en-US" smtClean="0"/>
              <a:t>‹#›</a:t>
            </a:fld>
            <a:endParaRPr lang="en-US"/>
          </a:p>
        </p:txBody>
      </p:sp>
    </p:spTree>
    <p:extLst>
      <p:ext uri="{BB962C8B-B14F-4D97-AF65-F5344CB8AC3E}">
        <p14:creationId xmlns:p14="http://schemas.microsoft.com/office/powerpoint/2010/main" val="2072389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título mestre</a:t>
            </a:r>
            <a:endParaRPr lang="en-US"/>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A9A6E6A7-8BB5-4312-AC96-9EE02D82EB11}" type="datetimeFigureOut">
              <a:rPr lang="en-US" smtClean="0"/>
              <a:t>10/24/2024</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22BD0E50-01B7-4B89-A980-51F9A64FACB1}" type="slidenum">
              <a:rPr lang="en-US" smtClean="0"/>
              <a:t>‹#›</a:t>
            </a:fld>
            <a:endParaRPr lang="en-US"/>
          </a:p>
        </p:txBody>
      </p:sp>
    </p:spTree>
    <p:extLst>
      <p:ext uri="{BB962C8B-B14F-4D97-AF65-F5344CB8AC3E}">
        <p14:creationId xmlns:p14="http://schemas.microsoft.com/office/powerpoint/2010/main" val="296910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A9A6E6A7-8BB5-4312-AC96-9EE02D82EB11}" type="datetimeFigureOut">
              <a:rPr lang="en-US" smtClean="0"/>
              <a:t>10/24/2024</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2BD0E50-01B7-4B89-A980-51F9A64FACB1}" type="slidenum">
              <a:rPr lang="en-US" smtClean="0"/>
              <a:t>‹#›</a:t>
            </a:fld>
            <a:endParaRPr lang="en-US"/>
          </a:p>
        </p:txBody>
      </p:sp>
    </p:spTree>
    <p:extLst>
      <p:ext uri="{BB962C8B-B14F-4D97-AF65-F5344CB8AC3E}">
        <p14:creationId xmlns:p14="http://schemas.microsoft.com/office/powerpoint/2010/main" val="3513357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10"/>
          </p:nvPr>
        </p:nvSpPr>
        <p:spPr/>
        <p:txBody>
          <a:bodyPr/>
          <a:lstStyle/>
          <a:p>
            <a:fld id="{A9A6E6A7-8BB5-4312-AC96-9EE02D82EB11}" type="datetimeFigureOut">
              <a:rPr lang="en-US" smtClean="0"/>
              <a:t>10/24/2024</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2BD0E50-01B7-4B89-A980-51F9A64FACB1}" type="slidenum">
              <a:rPr lang="en-US" smtClean="0"/>
              <a:t>‹#›</a:t>
            </a:fld>
            <a:endParaRPr lang="en-US"/>
          </a:p>
        </p:txBody>
      </p:sp>
    </p:spTree>
    <p:extLst>
      <p:ext uri="{BB962C8B-B14F-4D97-AF65-F5344CB8AC3E}">
        <p14:creationId xmlns:p14="http://schemas.microsoft.com/office/powerpoint/2010/main" val="832127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6E6A7-8BB5-4312-AC96-9EE02D82EB11}" type="datetimeFigureOut">
              <a:rPr lang="en-US" smtClean="0"/>
              <a:t>10/24/2024</a:t>
            </a:fld>
            <a:endParaRPr lang="en-US"/>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BD0E50-01B7-4B89-A980-51F9A64FACB1}" type="slidenum">
              <a:rPr lang="en-US" smtClean="0"/>
              <a:t>‹#›</a:t>
            </a:fld>
            <a:endParaRPr lang="en-US"/>
          </a:p>
        </p:txBody>
      </p:sp>
    </p:spTree>
    <p:extLst>
      <p:ext uri="{BB962C8B-B14F-4D97-AF65-F5344CB8AC3E}">
        <p14:creationId xmlns:p14="http://schemas.microsoft.com/office/powerpoint/2010/main" val="1332944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D9F70E-FE96-457B-A562-31E556781149}"/>
              </a:ext>
            </a:extLst>
          </p:cNvPr>
          <p:cNvPicPr>
            <a:picLocks noChangeAspect="1"/>
          </p:cNvPicPr>
          <p:nvPr/>
        </p:nvPicPr>
        <p:blipFill>
          <a:blip r:embed="rId2"/>
          <a:stretch>
            <a:fillRect/>
          </a:stretch>
        </p:blipFill>
        <p:spPr>
          <a:xfrm>
            <a:off x="1460159" y="572090"/>
            <a:ext cx="6758056" cy="6097269"/>
          </a:xfrm>
          <a:prstGeom prst="rect">
            <a:avLst/>
          </a:prstGeom>
        </p:spPr>
      </p:pic>
      <p:grpSp>
        <p:nvGrpSpPr>
          <p:cNvPr id="9" name="Group 8">
            <a:extLst>
              <a:ext uri="{FF2B5EF4-FFF2-40B4-BE49-F238E27FC236}">
                <a16:creationId xmlns:a16="http://schemas.microsoft.com/office/drawing/2014/main" id="{B020105A-45A2-B0D1-ED57-872E62A60A74}"/>
              </a:ext>
            </a:extLst>
          </p:cNvPr>
          <p:cNvGrpSpPr/>
          <p:nvPr/>
        </p:nvGrpSpPr>
        <p:grpSpPr>
          <a:xfrm>
            <a:off x="4132064" y="2511638"/>
            <a:ext cx="792088" cy="792088"/>
            <a:chOff x="4132064" y="2511638"/>
            <a:chExt cx="792088" cy="792088"/>
          </a:xfrm>
        </p:grpSpPr>
        <p:sp>
          <p:nvSpPr>
            <p:cNvPr id="8" name="Retângulo 63">
              <a:extLst>
                <a:ext uri="{FF2B5EF4-FFF2-40B4-BE49-F238E27FC236}">
                  <a16:creationId xmlns:a16="http://schemas.microsoft.com/office/drawing/2014/main" id="{BBB9135C-F33B-0226-A533-F222B03B372B}"/>
                </a:ext>
              </a:extLst>
            </p:cNvPr>
            <p:cNvSpPr/>
            <p:nvPr/>
          </p:nvSpPr>
          <p:spPr>
            <a:xfrm>
              <a:off x="4132064" y="2511638"/>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Elipse 167">
              <a:extLst>
                <a:ext uri="{FF2B5EF4-FFF2-40B4-BE49-F238E27FC236}">
                  <a16:creationId xmlns:a16="http://schemas.microsoft.com/office/drawing/2014/main" id="{99BA65F2-7FC6-95D3-93CA-72E6DA72A4E0}"/>
                </a:ext>
              </a:extLst>
            </p:cNvPr>
            <p:cNvSpPr/>
            <p:nvPr/>
          </p:nvSpPr>
          <p:spPr>
            <a:xfrm rot="5400000">
              <a:off x="4456099" y="2813287"/>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EA451A2-7C54-36E8-5A00-72DC4EE3F872}"/>
                </a:ext>
              </a:extLst>
            </p:cNvPr>
            <p:cNvSpPr txBox="1"/>
            <p:nvPr/>
          </p:nvSpPr>
          <p:spPr>
            <a:xfrm>
              <a:off x="4253195" y="2980561"/>
              <a:ext cx="549831" cy="323165"/>
            </a:xfrm>
            <a:prstGeom prst="rect">
              <a:avLst/>
            </a:prstGeom>
            <a:solidFill>
              <a:schemeClr val="bg1"/>
            </a:solidFill>
          </p:spPr>
          <p:txBody>
            <a:bodyPr wrap="none" lIns="0" tIns="0" rIns="0" bIns="0" rtlCol="0" anchor="b">
              <a:spAutoFit/>
            </a:bodyPr>
            <a:lstStyle/>
            <a:p>
              <a:pPr algn="ctr"/>
              <a:r>
                <a:rPr lang="pt-BR" sz="1050" b="1" dirty="0">
                  <a:latin typeface="Agency FB" panose="020B0503020202020204" pitchFamily="34" charset="0"/>
                </a:rPr>
                <a:t>OVER THE </a:t>
              </a:r>
            </a:p>
            <a:p>
              <a:pPr algn="ctr"/>
              <a:r>
                <a:rPr lang="pt-BR" sz="1050" b="1" dirty="0">
                  <a:latin typeface="Agency FB" panose="020B0503020202020204" pitchFamily="34" charset="0"/>
                </a:rPr>
                <a:t>GREEN TAPE</a:t>
              </a:r>
              <a:endParaRPr lang="en-US" sz="1050" b="1" dirty="0">
                <a:latin typeface="Agency FB" panose="020B0503020202020204" pitchFamily="34" charset="0"/>
              </a:endParaRPr>
            </a:p>
          </p:txBody>
        </p:sp>
      </p:grpSp>
      <p:grpSp>
        <p:nvGrpSpPr>
          <p:cNvPr id="6" name="Group 5">
            <a:extLst>
              <a:ext uri="{FF2B5EF4-FFF2-40B4-BE49-F238E27FC236}">
                <a16:creationId xmlns:a16="http://schemas.microsoft.com/office/drawing/2014/main" id="{691959A6-5C49-6414-AD95-784DEB231627}"/>
              </a:ext>
            </a:extLst>
          </p:cNvPr>
          <p:cNvGrpSpPr/>
          <p:nvPr/>
        </p:nvGrpSpPr>
        <p:grpSpPr>
          <a:xfrm>
            <a:off x="6681043" y="2276624"/>
            <a:ext cx="1152376" cy="1152376"/>
            <a:chOff x="6861187" y="2456768"/>
            <a:chExt cx="792088" cy="792088"/>
          </a:xfrm>
        </p:grpSpPr>
        <p:sp>
          <p:nvSpPr>
            <p:cNvPr id="12" name="Retângulo 63">
              <a:extLst>
                <a:ext uri="{FF2B5EF4-FFF2-40B4-BE49-F238E27FC236}">
                  <a16:creationId xmlns:a16="http://schemas.microsoft.com/office/drawing/2014/main" id="{A4B38B30-A41C-ED89-65E4-2CC21EB8DBDB}"/>
                </a:ext>
              </a:extLst>
            </p:cNvPr>
            <p:cNvSpPr/>
            <p:nvPr/>
          </p:nvSpPr>
          <p:spPr>
            <a:xfrm>
              <a:off x="6861187" y="2456768"/>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Elipse 167">
              <a:extLst>
                <a:ext uri="{FF2B5EF4-FFF2-40B4-BE49-F238E27FC236}">
                  <a16:creationId xmlns:a16="http://schemas.microsoft.com/office/drawing/2014/main" id="{4D1DC709-19F2-A8D6-0B15-DFDE53BF2A5F}"/>
                </a:ext>
              </a:extLst>
            </p:cNvPr>
            <p:cNvSpPr/>
            <p:nvPr/>
          </p:nvSpPr>
          <p:spPr>
            <a:xfrm rot="5400000">
              <a:off x="7185222" y="2758417"/>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ED83513-F437-D54C-D823-1B80972CD7AD}"/>
                </a:ext>
              </a:extLst>
            </p:cNvPr>
            <p:cNvSpPr txBox="1"/>
            <p:nvPr/>
          </p:nvSpPr>
          <p:spPr>
            <a:xfrm>
              <a:off x="7067545" y="3002635"/>
              <a:ext cx="380131" cy="211551"/>
            </a:xfrm>
            <a:prstGeom prst="rect">
              <a:avLst/>
            </a:prstGeom>
            <a:solidFill>
              <a:schemeClr val="bg1"/>
            </a:solidFill>
          </p:spPr>
          <p:txBody>
            <a:bodyPr wrap="none" lIns="0" tIns="0" rIns="0" bIns="0" rtlCol="0">
              <a:spAutoFit/>
            </a:bodyPr>
            <a:lstStyle/>
            <a:p>
              <a:pPr algn="ctr"/>
              <a:r>
                <a:rPr lang="pt-BR" sz="2000" b="1" dirty="0">
                  <a:latin typeface="Agency FB" panose="020B0503020202020204" pitchFamily="34" charset="0"/>
                </a:rPr>
                <a:t>0, </a:t>
              </a:r>
              <a:r>
                <a:rPr lang="pt-BR" sz="2000" b="1" dirty="0">
                  <a:solidFill>
                    <a:srgbClr val="FF0000"/>
                  </a:solidFill>
                  <a:latin typeface="Agency FB" panose="020B0503020202020204" pitchFamily="34" charset="0"/>
                </a:rPr>
                <a:t>Y</a:t>
              </a:r>
              <a:r>
                <a:rPr lang="pt-BR" sz="2000" b="1" dirty="0">
                  <a:latin typeface="Agency FB" panose="020B0503020202020204" pitchFamily="34" charset="0"/>
                </a:rPr>
                <a:t>, 0</a:t>
              </a:r>
              <a:endParaRPr lang="en-US" sz="2000" b="1" dirty="0">
                <a:latin typeface="Agency FB" panose="020B0503020202020204" pitchFamily="34" charset="0"/>
              </a:endParaRPr>
            </a:p>
          </p:txBody>
        </p:sp>
      </p:grpSp>
      <p:grpSp>
        <p:nvGrpSpPr>
          <p:cNvPr id="22" name="Group 21">
            <a:extLst>
              <a:ext uri="{FF2B5EF4-FFF2-40B4-BE49-F238E27FC236}">
                <a16:creationId xmlns:a16="http://schemas.microsoft.com/office/drawing/2014/main" id="{D43930D6-0141-A010-A3F4-8F5876E9B83D}"/>
              </a:ext>
            </a:extLst>
          </p:cNvPr>
          <p:cNvGrpSpPr/>
          <p:nvPr/>
        </p:nvGrpSpPr>
        <p:grpSpPr>
          <a:xfrm>
            <a:off x="5058300" y="3789040"/>
            <a:ext cx="953860" cy="953860"/>
            <a:chOff x="5139186" y="3869926"/>
            <a:chExt cx="792088" cy="792088"/>
          </a:xfrm>
        </p:grpSpPr>
        <p:sp>
          <p:nvSpPr>
            <p:cNvPr id="16" name="Retângulo 63">
              <a:extLst>
                <a:ext uri="{FF2B5EF4-FFF2-40B4-BE49-F238E27FC236}">
                  <a16:creationId xmlns:a16="http://schemas.microsoft.com/office/drawing/2014/main" id="{1951C360-859E-70D0-4234-D49834FA144D}"/>
                </a:ext>
              </a:extLst>
            </p:cNvPr>
            <p:cNvSpPr/>
            <p:nvPr/>
          </p:nvSpPr>
          <p:spPr>
            <a:xfrm>
              <a:off x="5139186" y="3869926"/>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Elipse 167">
              <a:extLst>
                <a:ext uri="{FF2B5EF4-FFF2-40B4-BE49-F238E27FC236}">
                  <a16:creationId xmlns:a16="http://schemas.microsoft.com/office/drawing/2014/main" id="{32C1DE1A-E821-A0E2-3FB3-775A9DD1BA95}"/>
                </a:ext>
              </a:extLst>
            </p:cNvPr>
            <p:cNvSpPr/>
            <p:nvPr/>
          </p:nvSpPr>
          <p:spPr>
            <a:xfrm rot="5400000">
              <a:off x="5463221" y="4171575"/>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27F0401-BAC7-4C1D-88C6-4DD0DE0977DE}"/>
                </a:ext>
              </a:extLst>
            </p:cNvPr>
            <p:cNvSpPr txBox="1"/>
            <p:nvPr/>
          </p:nvSpPr>
          <p:spPr>
            <a:xfrm>
              <a:off x="5353529" y="4415793"/>
              <a:ext cx="363400" cy="204463"/>
            </a:xfrm>
            <a:prstGeom prst="rect">
              <a:avLst/>
            </a:prstGeom>
            <a:solidFill>
              <a:schemeClr val="bg1"/>
            </a:solidFill>
          </p:spPr>
          <p:txBody>
            <a:bodyPr wrap="none" lIns="0" tIns="0" rIns="0" bIns="0" rtlCol="0">
              <a:spAutoFit/>
            </a:bodyPr>
            <a:lstStyle/>
            <a:p>
              <a:pPr algn="ctr"/>
              <a:r>
                <a:rPr lang="pt-BR" sz="1600" b="1" dirty="0">
                  <a:solidFill>
                    <a:srgbClr val="00B050"/>
                  </a:solidFill>
                  <a:latin typeface="Agency FB" panose="020B0503020202020204" pitchFamily="34" charset="0"/>
                </a:rPr>
                <a:t>X</a:t>
              </a:r>
              <a:r>
                <a:rPr lang="pt-BR" sz="1600" b="1" dirty="0">
                  <a:latin typeface="Agency FB" panose="020B0503020202020204" pitchFamily="34" charset="0"/>
                </a:rPr>
                <a:t>, </a:t>
              </a:r>
              <a:r>
                <a:rPr lang="pt-BR" sz="1600" b="1" dirty="0">
                  <a:solidFill>
                    <a:srgbClr val="FF0000"/>
                  </a:solidFill>
                  <a:latin typeface="Agency FB" panose="020B0503020202020204" pitchFamily="34" charset="0"/>
                </a:rPr>
                <a:t>Y</a:t>
              </a:r>
              <a:r>
                <a:rPr lang="pt-BR" sz="1600" b="1" dirty="0">
                  <a:latin typeface="Agency FB" panose="020B0503020202020204" pitchFamily="34" charset="0"/>
                </a:rPr>
                <a:t>, 0</a:t>
              </a:r>
              <a:endParaRPr lang="en-US" sz="1600" b="1" dirty="0">
                <a:latin typeface="Agency FB" panose="020B0503020202020204" pitchFamily="34" charset="0"/>
              </a:endParaRPr>
            </a:p>
          </p:txBody>
        </p:sp>
      </p:grpSp>
      <p:grpSp>
        <p:nvGrpSpPr>
          <p:cNvPr id="15" name="Group 14">
            <a:extLst>
              <a:ext uri="{FF2B5EF4-FFF2-40B4-BE49-F238E27FC236}">
                <a16:creationId xmlns:a16="http://schemas.microsoft.com/office/drawing/2014/main" id="{980710B8-370E-2E62-67FB-4DACBDF98B14}"/>
              </a:ext>
            </a:extLst>
          </p:cNvPr>
          <p:cNvGrpSpPr/>
          <p:nvPr/>
        </p:nvGrpSpPr>
        <p:grpSpPr>
          <a:xfrm>
            <a:off x="1835696" y="3717032"/>
            <a:ext cx="1224136" cy="1224136"/>
            <a:chOff x="2051720" y="3933056"/>
            <a:chExt cx="792088" cy="792088"/>
          </a:xfrm>
        </p:grpSpPr>
        <p:sp>
          <p:nvSpPr>
            <p:cNvPr id="19" name="Retângulo 63">
              <a:extLst>
                <a:ext uri="{FF2B5EF4-FFF2-40B4-BE49-F238E27FC236}">
                  <a16:creationId xmlns:a16="http://schemas.microsoft.com/office/drawing/2014/main" id="{620A8DDC-8F6A-F843-D8D3-471A440667CC}"/>
                </a:ext>
              </a:extLst>
            </p:cNvPr>
            <p:cNvSpPr/>
            <p:nvPr/>
          </p:nvSpPr>
          <p:spPr>
            <a:xfrm>
              <a:off x="2051720" y="3933056"/>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Elipse 167">
              <a:extLst>
                <a:ext uri="{FF2B5EF4-FFF2-40B4-BE49-F238E27FC236}">
                  <a16:creationId xmlns:a16="http://schemas.microsoft.com/office/drawing/2014/main" id="{A27663E8-9893-0825-F721-1AE886BB6796}"/>
                </a:ext>
              </a:extLst>
            </p:cNvPr>
            <p:cNvSpPr/>
            <p:nvPr/>
          </p:nvSpPr>
          <p:spPr>
            <a:xfrm rot="5400000">
              <a:off x="2375755" y="4234705"/>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8AB2E58-2ECA-78DD-2C0B-AA95D687F34D}"/>
                </a:ext>
              </a:extLst>
            </p:cNvPr>
            <p:cNvSpPr txBox="1"/>
            <p:nvPr/>
          </p:nvSpPr>
          <p:spPr>
            <a:xfrm>
              <a:off x="2232536" y="4478923"/>
              <a:ext cx="430454" cy="238980"/>
            </a:xfrm>
            <a:prstGeom prst="rect">
              <a:avLst/>
            </a:prstGeom>
            <a:solidFill>
              <a:schemeClr val="bg1"/>
            </a:solidFill>
          </p:spPr>
          <p:txBody>
            <a:bodyPr wrap="none" lIns="0" tIns="0" rIns="0" bIns="0" rtlCol="0">
              <a:spAutoFit/>
            </a:bodyPr>
            <a:lstStyle/>
            <a:p>
              <a:pPr algn="ctr"/>
              <a:r>
                <a:rPr lang="pt-BR" sz="2400" b="1" dirty="0">
                  <a:solidFill>
                    <a:srgbClr val="00B050"/>
                  </a:solidFill>
                  <a:latin typeface="Agency FB" panose="020B0503020202020204" pitchFamily="34" charset="0"/>
                </a:rPr>
                <a:t>X</a:t>
              </a:r>
              <a:r>
                <a:rPr lang="pt-BR" sz="2400" b="1" dirty="0">
                  <a:latin typeface="Agency FB" panose="020B0503020202020204" pitchFamily="34" charset="0"/>
                </a:rPr>
                <a:t>, 0, 0</a:t>
              </a:r>
              <a:endParaRPr lang="en-US" sz="2400" b="1" dirty="0">
                <a:latin typeface="Agency FB" panose="020B0503020202020204" pitchFamily="34" charset="0"/>
              </a:endParaRPr>
            </a:p>
          </p:txBody>
        </p:sp>
      </p:grpSp>
    </p:spTree>
    <p:extLst>
      <p:ext uri="{BB962C8B-B14F-4D97-AF65-F5344CB8AC3E}">
        <p14:creationId xmlns:p14="http://schemas.microsoft.com/office/powerpoint/2010/main" val="607763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920A1-2BFE-57EE-69BA-63262956030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291D9D1-5A1F-5C7B-4A10-617757FFCF0D}"/>
              </a:ext>
            </a:extLst>
          </p:cNvPr>
          <p:cNvPicPr>
            <a:picLocks noChangeAspect="1"/>
          </p:cNvPicPr>
          <p:nvPr/>
        </p:nvPicPr>
        <p:blipFill>
          <a:blip r:embed="rId2"/>
          <a:stretch>
            <a:fillRect/>
          </a:stretch>
        </p:blipFill>
        <p:spPr>
          <a:xfrm>
            <a:off x="1460159" y="572090"/>
            <a:ext cx="6758056" cy="6097269"/>
          </a:xfrm>
          <a:prstGeom prst="rect">
            <a:avLst/>
          </a:prstGeom>
        </p:spPr>
      </p:pic>
      <p:sp>
        <p:nvSpPr>
          <p:cNvPr id="10" name="Elipse 167">
            <a:extLst>
              <a:ext uri="{FF2B5EF4-FFF2-40B4-BE49-F238E27FC236}">
                <a16:creationId xmlns:a16="http://schemas.microsoft.com/office/drawing/2014/main" id="{576D9E6E-35C0-C227-1B3E-B6DDD0F7BB8B}"/>
              </a:ext>
            </a:extLst>
          </p:cNvPr>
          <p:cNvSpPr/>
          <p:nvPr/>
        </p:nvSpPr>
        <p:spPr>
          <a:xfrm rot="5400000">
            <a:off x="4004318" y="1480645"/>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50BFD9D-0673-28B5-3FDD-0F87D5B32D07}"/>
              </a:ext>
            </a:extLst>
          </p:cNvPr>
          <p:cNvSpPr txBox="1"/>
          <p:nvPr/>
        </p:nvSpPr>
        <p:spPr>
          <a:xfrm>
            <a:off x="3842288" y="1179458"/>
            <a:ext cx="468077" cy="276999"/>
          </a:xfrm>
          <a:prstGeom prst="rect">
            <a:avLst/>
          </a:prstGeom>
          <a:solidFill>
            <a:schemeClr val="bg1"/>
          </a:solidFill>
        </p:spPr>
        <p:txBody>
          <a:bodyPr wrap="none" lIns="0" tIns="0" rIns="0" bIns="0" rtlCol="0">
            <a:spAutoFit/>
          </a:bodyPr>
          <a:lstStyle/>
          <a:p>
            <a:pPr algn="ctr"/>
            <a:r>
              <a:rPr lang="pt-BR" sz="900" b="1" dirty="0">
                <a:latin typeface="Agency FB" panose="020B0503020202020204" pitchFamily="34" charset="0"/>
              </a:rPr>
              <a:t>OVER THE</a:t>
            </a:r>
          </a:p>
          <a:p>
            <a:pPr algn="ctr"/>
            <a:r>
              <a:rPr lang="pt-BR" sz="900" b="1" dirty="0">
                <a:latin typeface="Agency FB" panose="020B0503020202020204" pitchFamily="34" charset="0"/>
              </a:rPr>
              <a:t>GREEN TAPE</a:t>
            </a:r>
            <a:endParaRPr lang="en-US" sz="900" b="1" dirty="0">
              <a:latin typeface="Agency FB" panose="020B0503020202020204" pitchFamily="34" charset="0"/>
            </a:endParaRPr>
          </a:p>
        </p:txBody>
      </p:sp>
      <p:sp>
        <p:nvSpPr>
          <p:cNvPr id="13" name="Elipse 167">
            <a:extLst>
              <a:ext uri="{FF2B5EF4-FFF2-40B4-BE49-F238E27FC236}">
                <a16:creationId xmlns:a16="http://schemas.microsoft.com/office/drawing/2014/main" id="{80282941-5E35-C064-48E7-7AE3657AB099}"/>
              </a:ext>
            </a:extLst>
          </p:cNvPr>
          <p:cNvSpPr/>
          <p:nvPr/>
        </p:nvSpPr>
        <p:spPr>
          <a:xfrm rot="5400000">
            <a:off x="6795861" y="1353184"/>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198A47F-6C1F-1B3E-930B-7FF0F0576559}"/>
              </a:ext>
            </a:extLst>
          </p:cNvPr>
          <p:cNvSpPr txBox="1"/>
          <p:nvPr/>
        </p:nvSpPr>
        <p:spPr>
          <a:xfrm>
            <a:off x="6681119" y="1628179"/>
            <a:ext cx="373499" cy="215444"/>
          </a:xfrm>
          <a:prstGeom prst="rect">
            <a:avLst/>
          </a:prstGeom>
          <a:solidFill>
            <a:schemeClr val="bg1"/>
          </a:solidFill>
        </p:spPr>
        <p:txBody>
          <a:bodyPr wrap="none" lIns="0" tIns="0" rIns="0" bIns="0" rtlCol="0" anchor="b">
            <a:spAutoFit/>
          </a:bodyPr>
          <a:lstStyle/>
          <a:p>
            <a:pPr algn="ctr"/>
            <a:r>
              <a:rPr lang="pt-BR" sz="1400" b="1" dirty="0">
                <a:latin typeface="Agency FB" panose="020B0503020202020204" pitchFamily="34" charset="0"/>
              </a:rPr>
              <a:t>0, </a:t>
            </a:r>
            <a:r>
              <a:rPr lang="pt-BR" sz="1400" b="1" dirty="0">
                <a:solidFill>
                  <a:srgbClr val="FF0000"/>
                </a:solidFill>
                <a:latin typeface="Agency FB" panose="020B0503020202020204" pitchFamily="34" charset="0"/>
              </a:rPr>
              <a:t>Y</a:t>
            </a:r>
            <a:r>
              <a:rPr lang="pt-BR" sz="1400" b="1" dirty="0">
                <a:latin typeface="Agency FB" panose="020B0503020202020204" pitchFamily="34" charset="0"/>
              </a:rPr>
              <a:t>, </a:t>
            </a:r>
            <a:r>
              <a:rPr lang="pt-BR" sz="1400" b="1" dirty="0">
                <a:solidFill>
                  <a:srgbClr val="0000FF"/>
                </a:solidFill>
                <a:latin typeface="Agency FB" panose="020B0503020202020204" pitchFamily="34" charset="0"/>
              </a:rPr>
              <a:t>Z</a:t>
            </a:r>
            <a:endParaRPr lang="en-US" sz="1400" b="1" dirty="0">
              <a:solidFill>
                <a:srgbClr val="0000FF"/>
              </a:solidFill>
              <a:latin typeface="Agency FB" panose="020B0503020202020204" pitchFamily="34" charset="0"/>
            </a:endParaRPr>
          </a:p>
        </p:txBody>
      </p:sp>
      <p:sp>
        <p:nvSpPr>
          <p:cNvPr id="17" name="Elipse 167">
            <a:extLst>
              <a:ext uri="{FF2B5EF4-FFF2-40B4-BE49-F238E27FC236}">
                <a16:creationId xmlns:a16="http://schemas.microsoft.com/office/drawing/2014/main" id="{6D6770B4-C8E8-B287-EE02-15EE12869CBC}"/>
              </a:ext>
            </a:extLst>
          </p:cNvPr>
          <p:cNvSpPr/>
          <p:nvPr/>
        </p:nvSpPr>
        <p:spPr>
          <a:xfrm rot="5400000">
            <a:off x="4959785" y="2595786"/>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F4A10E2-AC01-A36C-9CBF-F885573818DA}"/>
              </a:ext>
            </a:extLst>
          </p:cNvPr>
          <p:cNvSpPr txBox="1"/>
          <p:nvPr/>
        </p:nvSpPr>
        <p:spPr>
          <a:xfrm>
            <a:off x="4846646" y="2870781"/>
            <a:ext cx="370294" cy="215444"/>
          </a:xfrm>
          <a:prstGeom prst="rect">
            <a:avLst/>
          </a:prstGeom>
          <a:solidFill>
            <a:schemeClr val="bg1"/>
          </a:solidFill>
        </p:spPr>
        <p:txBody>
          <a:bodyPr wrap="none" lIns="0" tIns="0" rIns="0" bIns="0" rtlCol="0" anchor="b">
            <a:spAutoFit/>
          </a:bodyPr>
          <a:lstStyle/>
          <a:p>
            <a:pPr algn="ctr"/>
            <a:r>
              <a:rPr lang="pt-BR" sz="1400" b="1" dirty="0">
                <a:solidFill>
                  <a:srgbClr val="00B050"/>
                </a:solidFill>
                <a:latin typeface="Agency FB" panose="020B0503020202020204" pitchFamily="34" charset="0"/>
              </a:rPr>
              <a:t>X</a:t>
            </a:r>
            <a:r>
              <a:rPr lang="pt-BR" sz="1400" b="1" dirty="0">
                <a:latin typeface="Agency FB" panose="020B0503020202020204" pitchFamily="34" charset="0"/>
              </a:rPr>
              <a:t>, </a:t>
            </a:r>
            <a:r>
              <a:rPr lang="pt-BR" sz="1400" b="1" dirty="0">
                <a:solidFill>
                  <a:srgbClr val="FF0000"/>
                </a:solidFill>
                <a:latin typeface="Agency FB" panose="020B0503020202020204" pitchFamily="34" charset="0"/>
              </a:rPr>
              <a:t>Y</a:t>
            </a:r>
            <a:r>
              <a:rPr lang="pt-BR" sz="1400" b="1" dirty="0">
                <a:latin typeface="Agency FB" panose="020B0503020202020204" pitchFamily="34" charset="0"/>
              </a:rPr>
              <a:t>, </a:t>
            </a:r>
            <a:r>
              <a:rPr lang="pt-BR" sz="1400" b="1" dirty="0">
                <a:solidFill>
                  <a:srgbClr val="0000FF"/>
                </a:solidFill>
                <a:latin typeface="Agency FB" panose="020B0503020202020204" pitchFamily="34" charset="0"/>
              </a:rPr>
              <a:t>Z</a:t>
            </a:r>
            <a:endParaRPr lang="en-US" sz="1400" b="1" dirty="0">
              <a:solidFill>
                <a:srgbClr val="0000FF"/>
              </a:solidFill>
              <a:latin typeface="Agency FB" panose="020B0503020202020204" pitchFamily="34" charset="0"/>
            </a:endParaRPr>
          </a:p>
        </p:txBody>
      </p:sp>
      <p:sp>
        <p:nvSpPr>
          <p:cNvPr id="20" name="Elipse 167">
            <a:extLst>
              <a:ext uri="{FF2B5EF4-FFF2-40B4-BE49-F238E27FC236}">
                <a16:creationId xmlns:a16="http://schemas.microsoft.com/office/drawing/2014/main" id="{646856E5-D951-FEC1-6031-B76CC89864B1}"/>
              </a:ext>
            </a:extLst>
          </p:cNvPr>
          <p:cNvSpPr/>
          <p:nvPr/>
        </p:nvSpPr>
        <p:spPr>
          <a:xfrm rot="5400000">
            <a:off x="1810826" y="2695903"/>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7A25846-EEE2-EF19-62A1-00903269B3A6}"/>
              </a:ext>
            </a:extLst>
          </p:cNvPr>
          <p:cNvSpPr txBox="1"/>
          <p:nvPr/>
        </p:nvSpPr>
        <p:spPr>
          <a:xfrm>
            <a:off x="1695282" y="2971898"/>
            <a:ext cx="375103" cy="215444"/>
          </a:xfrm>
          <a:prstGeom prst="rect">
            <a:avLst/>
          </a:prstGeom>
          <a:solidFill>
            <a:schemeClr val="bg1"/>
          </a:solidFill>
        </p:spPr>
        <p:txBody>
          <a:bodyPr wrap="none" lIns="0" tIns="0" rIns="0" bIns="0" rtlCol="0" anchor="b">
            <a:spAutoFit/>
          </a:bodyPr>
          <a:lstStyle/>
          <a:p>
            <a:pPr algn="ctr"/>
            <a:r>
              <a:rPr lang="pt-BR" sz="1400" b="1" dirty="0">
                <a:solidFill>
                  <a:srgbClr val="00B050"/>
                </a:solidFill>
                <a:latin typeface="Agency FB" panose="020B0503020202020204" pitchFamily="34" charset="0"/>
              </a:rPr>
              <a:t>X</a:t>
            </a:r>
            <a:r>
              <a:rPr lang="pt-BR" sz="1400" b="1" dirty="0">
                <a:latin typeface="Agency FB" panose="020B0503020202020204" pitchFamily="34" charset="0"/>
              </a:rPr>
              <a:t>, 0, </a:t>
            </a:r>
            <a:r>
              <a:rPr lang="pt-BR" sz="1400" b="1" dirty="0">
                <a:solidFill>
                  <a:srgbClr val="0000FF"/>
                </a:solidFill>
                <a:latin typeface="Agency FB" panose="020B0503020202020204" pitchFamily="34" charset="0"/>
              </a:rPr>
              <a:t>Z</a:t>
            </a:r>
            <a:endParaRPr lang="en-US" sz="1400" b="1" dirty="0">
              <a:solidFill>
                <a:srgbClr val="0000FF"/>
              </a:solidFill>
              <a:latin typeface="Agency FB" panose="020B0503020202020204" pitchFamily="34" charset="0"/>
            </a:endParaRPr>
          </a:p>
        </p:txBody>
      </p:sp>
      <p:sp>
        <p:nvSpPr>
          <p:cNvPr id="12" name="Retângulo 63">
            <a:extLst>
              <a:ext uri="{FF2B5EF4-FFF2-40B4-BE49-F238E27FC236}">
                <a16:creationId xmlns:a16="http://schemas.microsoft.com/office/drawing/2014/main" id="{10582F26-E165-5731-F47C-FD63AAAC65B8}"/>
              </a:ext>
            </a:extLst>
          </p:cNvPr>
          <p:cNvSpPr/>
          <p:nvPr/>
        </p:nvSpPr>
        <p:spPr>
          <a:xfrm>
            <a:off x="6471826" y="1051535"/>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tângulo 63">
            <a:extLst>
              <a:ext uri="{FF2B5EF4-FFF2-40B4-BE49-F238E27FC236}">
                <a16:creationId xmlns:a16="http://schemas.microsoft.com/office/drawing/2014/main" id="{0DEB9D25-4EE9-9855-CA5B-2DFA1229227C}"/>
              </a:ext>
            </a:extLst>
          </p:cNvPr>
          <p:cNvSpPr/>
          <p:nvPr/>
        </p:nvSpPr>
        <p:spPr>
          <a:xfrm>
            <a:off x="4635750" y="2294137"/>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Retângulo 63">
            <a:extLst>
              <a:ext uri="{FF2B5EF4-FFF2-40B4-BE49-F238E27FC236}">
                <a16:creationId xmlns:a16="http://schemas.microsoft.com/office/drawing/2014/main" id="{8A842CA9-949A-E9AE-5841-DD6160DE26D9}"/>
              </a:ext>
            </a:extLst>
          </p:cNvPr>
          <p:cNvSpPr/>
          <p:nvPr/>
        </p:nvSpPr>
        <p:spPr>
          <a:xfrm>
            <a:off x="1486791" y="2394254"/>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tângulo 63">
            <a:extLst>
              <a:ext uri="{FF2B5EF4-FFF2-40B4-BE49-F238E27FC236}">
                <a16:creationId xmlns:a16="http://schemas.microsoft.com/office/drawing/2014/main" id="{2E1382CF-843C-5610-E44D-50745F941C88}"/>
              </a:ext>
            </a:extLst>
          </p:cNvPr>
          <p:cNvSpPr/>
          <p:nvPr/>
        </p:nvSpPr>
        <p:spPr>
          <a:xfrm>
            <a:off x="3680283" y="1178996"/>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3B3DB888-0FC7-207F-36CD-93FE9608FABB}"/>
              </a:ext>
            </a:extLst>
          </p:cNvPr>
          <p:cNvSpPr txBox="1"/>
          <p:nvPr/>
        </p:nvSpPr>
        <p:spPr>
          <a:xfrm>
            <a:off x="3887171" y="1755640"/>
            <a:ext cx="378309" cy="215444"/>
          </a:xfrm>
          <a:prstGeom prst="rect">
            <a:avLst/>
          </a:prstGeom>
          <a:solidFill>
            <a:schemeClr val="bg1"/>
          </a:solidFill>
        </p:spPr>
        <p:txBody>
          <a:bodyPr wrap="none" lIns="0" tIns="0" rIns="0" bIns="0" rtlCol="0" anchor="b">
            <a:spAutoFit/>
          </a:bodyPr>
          <a:lstStyle/>
          <a:p>
            <a:pPr algn="ctr"/>
            <a:r>
              <a:rPr lang="pt-BR" sz="1400" b="1" dirty="0">
                <a:latin typeface="Agency FB" panose="020B0503020202020204" pitchFamily="34" charset="0"/>
              </a:rPr>
              <a:t>0, 0, </a:t>
            </a:r>
            <a:r>
              <a:rPr lang="pt-BR" sz="1400" b="1" dirty="0">
                <a:solidFill>
                  <a:srgbClr val="0000FF"/>
                </a:solidFill>
                <a:latin typeface="Agency FB" panose="020B0503020202020204" pitchFamily="34" charset="0"/>
              </a:rPr>
              <a:t>Z</a:t>
            </a:r>
            <a:endParaRPr lang="en-US" sz="1400" b="1" dirty="0">
              <a:solidFill>
                <a:srgbClr val="0000FF"/>
              </a:solidFill>
              <a:latin typeface="Agency FB" panose="020B0503020202020204" pitchFamily="34" charset="0"/>
            </a:endParaRPr>
          </a:p>
        </p:txBody>
      </p:sp>
    </p:spTree>
    <p:extLst>
      <p:ext uri="{BB962C8B-B14F-4D97-AF65-F5344CB8AC3E}">
        <p14:creationId xmlns:p14="http://schemas.microsoft.com/office/powerpoint/2010/main" val="1411945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
        <p:cNvGrpSpPr/>
        <p:nvPr/>
      </p:nvGrpSpPr>
      <p:grpSpPr>
        <a:xfrm>
          <a:off x="0" y="0"/>
          <a:ext cx="0" cy="0"/>
          <a:chOff x="0" y="0"/>
          <a:chExt cx="0" cy="0"/>
        </a:xfrm>
      </p:grpSpPr>
      <p:sp>
        <p:nvSpPr>
          <p:cNvPr id="2" name="Retângulo 1"/>
          <p:cNvSpPr/>
          <p:nvPr/>
        </p:nvSpPr>
        <p:spPr>
          <a:xfrm>
            <a:off x="737404" y="768663"/>
            <a:ext cx="7651020" cy="5569384"/>
          </a:xfrm>
          <a:prstGeom prst="rect">
            <a:avLst/>
          </a:prstGeom>
          <a:solidFill>
            <a:schemeClr val="tx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8" name="Picture 17" descr="A picture containing text, crowd&#10;&#10;Description automatically generated">
            <a:extLst>
              <a:ext uri="{FF2B5EF4-FFF2-40B4-BE49-F238E27FC236}">
                <a16:creationId xmlns:a16="http://schemas.microsoft.com/office/drawing/2014/main" id="{51424F96-00A3-4D44-AB7E-61B1897052E3}"/>
              </a:ext>
            </a:extLst>
          </p:cNvPr>
          <p:cNvPicPr>
            <a:picLocks noChangeAspect="1"/>
          </p:cNvPicPr>
          <p:nvPr/>
        </p:nvPicPr>
        <p:blipFill rotWithShape="1">
          <a:blip r:embed="rId2">
            <a:alphaModFix amt="70000"/>
            <a:extLst>
              <a:ext uri="{28A0092B-C50C-407E-A947-70E740481C1C}">
                <a14:useLocalDpi xmlns:a14="http://schemas.microsoft.com/office/drawing/2010/main" val="0"/>
              </a:ext>
            </a:extLst>
          </a:blip>
          <a:srcRect l="11267" r="11090"/>
          <a:stretch/>
        </p:blipFill>
        <p:spPr>
          <a:xfrm>
            <a:off x="731520" y="768663"/>
            <a:ext cx="7651020" cy="5569384"/>
          </a:xfrm>
          <a:prstGeom prst="rect">
            <a:avLst/>
          </a:prstGeom>
        </p:spPr>
      </p:pic>
      <p:pic>
        <p:nvPicPr>
          <p:cNvPr id="7" name="Picture 6">
            <a:extLst>
              <a:ext uri="{FF2B5EF4-FFF2-40B4-BE49-F238E27FC236}">
                <a16:creationId xmlns:a16="http://schemas.microsoft.com/office/drawing/2014/main" id="{9007FC07-B082-FBAD-38F8-1E1DD90C7D4C}"/>
              </a:ext>
            </a:extLst>
          </p:cNvPr>
          <p:cNvPicPr>
            <a:picLocks noChangeAspect="1"/>
          </p:cNvPicPr>
          <p:nvPr/>
        </p:nvPicPr>
        <p:blipFill rotWithShape="1">
          <a:blip r:embed="rId3"/>
          <a:srcRect t="12645" b="11937"/>
          <a:stretch/>
        </p:blipFill>
        <p:spPr>
          <a:xfrm>
            <a:off x="646139" y="822960"/>
            <a:ext cx="7680724" cy="3611880"/>
          </a:xfrm>
          <a:prstGeom prst="rect">
            <a:avLst/>
          </a:prstGeom>
        </p:spPr>
      </p:pic>
      <p:sp>
        <p:nvSpPr>
          <p:cNvPr id="20" name="Rectangle 19">
            <a:extLst>
              <a:ext uri="{FF2B5EF4-FFF2-40B4-BE49-F238E27FC236}">
                <a16:creationId xmlns:a16="http://schemas.microsoft.com/office/drawing/2014/main" id="{A67F2CB0-B876-6E8D-E231-BC25AC8F2A01}"/>
              </a:ext>
            </a:extLst>
          </p:cNvPr>
          <p:cNvSpPr/>
          <p:nvPr/>
        </p:nvSpPr>
        <p:spPr>
          <a:xfrm>
            <a:off x="735938" y="4437112"/>
            <a:ext cx="7651019" cy="1900933"/>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CaixaDeTexto 41"/>
          <p:cNvSpPr txBox="1"/>
          <p:nvPr/>
        </p:nvSpPr>
        <p:spPr>
          <a:xfrm>
            <a:off x="0" y="0"/>
            <a:ext cx="1471878" cy="253916"/>
          </a:xfrm>
          <a:prstGeom prst="rect">
            <a:avLst/>
          </a:prstGeom>
          <a:noFill/>
        </p:spPr>
        <p:txBody>
          <a:bodyPr wrap="none" rtlCol="0">
            <a:spAutoFit/>
          </a:bodyPr>
          <a:lstStyle/>
          <a:p>
            <a:r>
              <a:rPr lang="en-US" sz="1050" dirty="0">
                <a:latin typeface="Aharoni" panose="02010803020104030203" pitchFamily="2" charset="-79"/>
                <a:cs typeface="Aharoni" panose="02010803020104030203" pitchFamily="2" charset="-79"/>
              </a:rPr>
              <a:t>APPLICATION LOGO</a:t>
            </a:r>
          </a:p>
        </p:txBody>
      </p:sp>
      <p:sp>
        <p:nvSpPr>
          <p:cNvPr id="5" name="CaixaDeTexto 4"/>
          <p:cNvSpPr txBox="1"/>
          <p:nvPr/>
        </p:nvSpPr>
        <p:spPr>
          <a:xfrm>
            <a:off x="753600" y="4470209"/>
            <a:ext cx="7651020" cy="98488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tIns="0" bIns="0" rtlCol="0" anchor="ctr">
            <a:spAutoFit/>
          </a:bodyPr>
          <a:lstStyle/>
          <a:p>
            <a:pPr algn="ctr"/>
            <a:r>
              <a:rPr lang="pt-BR" sz="6400" b="1" dirty="0">
                <a:solidFill>
                  <a:schemeClr val="bg1"/>
                </a:solidFill>
                <a:latin typeface="Blue Highway D Type" panose="00000400000000000000" pitchFamily="2" charset="0"/>
                <a:ea typeface="Verdana" panose="020B0604030504040204" pitchFamily="34" charset="0"/>
                <a:cs typeface="Times New Roman" panose="02020603050405020304" pitchFamily="18" charset="0"/>
              </a:rPr>
              <a:t>egym Calibrator 1</a:t>
            </a:r>
            <a:r>
              <a:rPr lang="pt-BR" sz="6400" b="1" dirty="0">
                <a:solidFill>
                  <a:srgbClr val="FFFF00"/>
                </a:solidFill>
                <a:latin typeface="Blue Highway D Type" panose="00000400000000000000" pitchFamily="2" charset="0"/>
                <a:ea typeface="Verdana" panose="020B0604030504040204" pitchFamily="34" charset="0"/>
                <a:cs typeface="Times New Roman" panose="02020603050405020304" pitchFamily="18" charset="0"/>
              </a:rPr>
              <a:t>.0.0</a:t>
            </a:r>
            <a:endParaRPr lang="en-US" sz="6400" b="1" dirty="0">
              <a:solidFill>
                <a:srgbClr val="FFFF00"/>
              </a:solidFill>
              <a:latin typeface="Blue Highway D Type" panose="00000400000000000000" pitchFamily="2" charset="0"/>
              <a:ea typeface="Verdana" panose="020B0604030504040204" pitchFamily="34" charset="0"/>
              <a:cs typeface="Times New Roman" panose="02020603050405020304" pitchFamily="18" charset="0"/>
            </a:endParaRPr>
          </a:p>
        </p:txBody>
      </p:sp>
      <p:sp>
        <p:nvSpPr>
          <p:cNvPr id="6" name="Retângulo 5"/>
          <p:cNvSpPr/>
          <p:nvPr/>
        </p:nvSpPr>
        <p:spPr>
          <a:xfrm>
            <a:off x="1374115" y="5382370"/>
            <a:ext cx="6395769" cy="27699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54000">
            <a:spAutoFit/>
          </a:bodyPr>
          <a:lstStyle/>
          <a:p>
            <a:pPr algn="ctr"/>
            <a:r>
              <a:rPr lang="en-US" sz="1200" dirty="0">
                <a:solidFill>
                  <a:schemeClr val="bg1"/>
                </a:solidFill>
                <a:latin typeface="Verdana" panose="020B0604030504040204" pitchFamily="34" charset="0"/>
                <a:ea typeface="Verdana" panose="020B0604030504040204" pitchFamily="34" charset="0"/>
                <a:cs typeface="Verdana" panose="020B0604030504040204" pitchFamily="34" charset="0"/>
              </a:rPr>
              <a:t>Carlos A. Dietrich</a:t>
            </a:r>
          </a:p>
        </p:txBody>
      </p:sp>
      <p:sp>
        <p:nvSpPr>
          <p:cNvPr id="49" name="Retângulo 48"/>
          <p:cNvSpPr/>
          <p:nvPr/>
        </p:nvSpPr>
        <p:spPr>
          <a:xfrm>
            <a:off x="768413" y="5838572"/>
            <a:ext cx="7621080" cy="46166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54000" anchor="b">
            <a:spAutoFit/>
          </a:bodyPr>
          <a:lstStyle/>
          <a:p>
            <a:pPr algn="ctr"/>
            <a:r>
              <a:rPr lang="en-US" sz="800" dirty="0">
                <a:solidFill>
                  <a:schemeClr val="bg1"/>
                </a:solidFill>
                <a:latin typeface="Verdana" panose="020B0604030504040204" pitchFamily="34" charset="0"/>
                <a:ea typeface="Verdana" panose="020B0604030504040204" pitchFamily="34" charset="0"/>
                <a:cs typeface="Verdana" panose="020B0604030504040204" pitchFamily="34" charset="0"/>
              </a:rPr>
              <a:t>This app is supplied "AS IS".  The Contributing Authors disclaim all warranties, expressed or implied, including, without limitation, the warranties of merchantability and of fitness for any purpose. The Contributing Authors assume no liability for direct, indirect, incidental, special, exemplary, or consequential damages, which may result from the use of this app, even if advised of the possibility of such damage.</a:t>
            </a:r>
          </a:p>
        </p:txBody>
      </p:sp>
      <p:cxnSp>
        <p:nvCxnSpPr>
          <p:cNvPr id="11" name="Conector reto 10"/>
          <p:cNvCxnSpPr>
            <a:cxnSpLocks/>
          </p:cNvCxnSpPr>
          <p:nvPr/>
        </p:nvCxnSpPr>
        <p:spPr>
          <a:xfrm>
            <a:off x="731520" y="4437112"/>
            <a:ext cx="765102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18E38931-ED73-6A06-BFE6-5064AD245B9F}"/>
              </a:ext>
            </a:extLst>
          </p:cNvPr>
          <p:cNvSpPr/>
          <p:nvPr/>
        </p:nvSpPr>
        <p:spPr>
          <a:xfrm>
            <a:off x="731520" y="768661"/>
            <a:ext cx="7651020" cy="556938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CA1B132-8E96-D961-05EC-FF899B8E5B8B}"/>
              </a:ext>
            </a:extLst>
          </p:cNvPr>
          <p:cNvPicPr>
            <a:picLocks noChangeAspect="1"/>
          </p:cNvPicPr>
          <p:nvPr/>
        </p:nvPicPr>
        <p:blipFill>
          <a:blip r:embed="rId4"/>
          <a:stretch>
            <a:fillRect/>
          </a:stretch>
        </p:blipFill>
        <p:spPr>
          <a:xfrm>
            <a:off x="877357" y="908654"/>
            <a:ext cx="962201" cy="1008239"/>
          </a:xfrm>
          <a:prstGeom prst="rect">
            <a:avLst/>
          </a:prstGeom>
        </p:spPr>
      </p:pic>
      <p:sp>
        <p:nvSpPr>
          <p:cNvPr id="43" name="Oval 42">
            <a:extLst>
              <a:ext uri="{FF2B5EF4-FFF2-40B4-BE49-F238E27FC236}">
                <a16:creationId xmlns:a16="http://schemas.microsoft.com/office/drawing/2014/main" id="{00988C56-D69E-6C25-3541-DDD5BE254D50}"/>
              </a:ext>
            </a:extLst>
          </p:cNvPr>
          <p:cNvSpPr/>
          <p:nvPr/>
        </p:nvSpPr>
        <p:spPr>
          <a:xfrm>
            <a:off x="7348697" y="981719"/>
            <a:ext cx="842374" cy="84237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a:extLst>
              <a:ext uri="{FF2B5EF4-FFF2-40B4-BE49-F238E27FC236}">
                <a16:creationId xmlns:a16="http://schemas.microsoft.com/office/drawing/2014/main" id="{27B45199-18CF-19ED-C112-2B4B53C5FA52}"/>
              </a:ext>
            </a:extLst>
          </p:cNvPr>
          <p:cNvPicPr>
            <a:picLocks noChangeAspect="1"/>
          </p:cNvPicPr>
          <p:nvPr/>
        </p:nvPicPr>
        <p:blipFill>
          <a:blip r:embed="rId5"/>
          <a:stretch>
            <a:fillRect/>
          </a:stretch>
        </p:blipFill>
        <p:spPr>
          <a:xfrm>
            <a:off x="7341511" y="973081"/>
            <a:ext cx="856745" cy="859649"/>
          </a:xfrm>
          <a:prstGeom prst="rect">
            <a:avLst/>
          </a:prstGeom>
        </p:spPr>
      </p:pic>
    </p:spTree>
    <p:extLst>
      <p:ext uri="{BB962C8B-B14F-4D97-AF65-F5344CB8AC3E}">
        <p14:creationId xmlns:p14="http://schemas.microsoft.com/office/powerpoint/2010/main" val="3665582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DD74886-1E1E-A677-D057-030ED1056FC5}"/>
              </a:ext>
            </a:extLst>
          </p:cNvPr>
          <p:cNvSpPr/>
          <p:nvPr/>
        </p:nvSpPr>
        <p:spPr>
          <a:xfrm>
            <a:off x="-2" y="1340767"/>
            <a:ext cx="9144001" cy="424847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text, crowd&#10;&#10;Description automatically generated">
            <a:extLst>
              <a:ext uri="{FF2B5EF4-FFF2-40B4-BE49-F238E27FC236}">
                <a16:creationId xmlns:a16="http://schemas.microsoft.com/office/drawing/2014/main" id="{D91D8058-83C9-FAE3-1147-2BE933834659}"/>
              </a:ext>
            </a:extLst>
          </p:cNvPr>
          <p:cNvPicPr>
            <a:picLocks noChangeAspect="1"/>
          </p:cNvPicPr>
          <p:nvPr/>
        </p:nvPicPr>
        <p:blipFill rotWithShape="1">
          <a:blip r:embed="rId2">
            <a:alphaModFix amt="40000"/>
            <a:extLst>
              <a:ext uri="{28A0092B-C50C-407E-A947-70E740481C1C}">
                <a14:useLocalDpi xmlns:a14="http://schemas.microsoft.com/office/drawing/2010/main" val="0"/>
              </a:ext>
            </a:extLst>
          </a:blip>
          <a:srcRect t="1064" b="17223"/>
          <a:stretch/>
        </p:blipFill>
        <p:spPr>
          <a:xfrm>
            <a:off x="-1" y="1340768"/>
            <a:ext cx="9144000" cy="4248472"/>
          </a:xfrm>
          <a:prstGeom prst="rect">
            <a:avLst/>
          </a:prstGeom>
        </p:spPr>
      </p:pic>
      <p:sp>
        <p:nvSpPr>
          <p:cNvPr id="2" name="CaixaDeTexto 1"/>
          <p:cNvSpPr txBox="1"/>
          <p:nvPr/>
        </p:nvSpPr>
        <p:spPr>
          <a:xfrm>
            <a:off x="2412594" y="3244333"/>
            <a:ext cx="4318811" cy="646331"/>
          </a:xfrm>
          <a:prstGeom prst="rect">
            <a:avLst/>
          </a:prstGeom>
          <a:noFill/>
        </p:spPr>
        <p:txBody>
          <a:bodyPr wrap="none" rtlCol="0">
            <a:spAutoFit/>
          </a:bodyPr>
          <a:lstStyle/>
          <a:p>
            <a:pPr algn="ctr"/>
            <a:r>
              <a:rPr lang="en-US" dirty="0">
                <a:solidFill>
                  <a:schemeClr val="bg1"/>
                </a:solidFill>
                <a:latin typeface="Aharoni" panose="02010803020104030203" pitchFamily="2" charset="-79"/>
                <a:cs typeface="Aharoni" panose="02010803020104030203" pitchFamily="2" charset="-79"/>
              </a:rPr>
              <a:t>WELCOME TO THE CALIBRATION TOOL</a:t>
            </a:r>
          </a:p>
          <a:p>
            <a:pPr algn="ctr"/>
            <a:r>
              <a:rPr lang="en-US" dirty="0">
                <a:solidFill>
                  <a:schemeClr val="bg1"/>
                </a:solidFill>
                <a:latin typeface="Aharoni" panose="02010803020104030203" pitchFamily="2" charset="-79"/>
                <a:cs typeface="Aharoni" panose="02010803020104030203" pitchFamily="2" charset="-79"/>
              </a:rPr>
              <a:t>(this tool is a work in progress)</a:t>
            </a:r>
          </a:p>
        </p:txBody>
      </p:sp>
      <p:sp>
        <p:nvSpPr>
          <p:cNvPr id="6" name="Retângulo 5"/>
          <p:cNvSpPr/>
          <p:nvPr/>
        </p:nvSpPr>
        <p:spPr>
          <a:xfrm>
            <a:off x="-108519" y="-1"/>
            <a:ext cx="9361040" cy="1340769"/>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tângulo 11"/>
          <p:cNvSpPr/>
          <p:nvPr/>
        </p:nvSpPr>
        <p:spPr>
          <a:xfrm>
            <a:off x="-107944" y="5589241"/>
            <a:ext cx="9361040" cy="136815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tângulo 12"/>
          <p:cNvSpPr/>
          <p:nvPr/>
        </p:nvSpPr>
        <p:spPr>
          <a:xfrm>
            <a:off x="1513" y="0"/>
            <a:ext cx="2719014" cy="523220"/>
          </a:xfrm>
          <a:prstGeom prst="rect">
            <a:avLst/>
          </a:prstGeom>
        </p:spPr>
        <p:txBody>
          <a:bodyPr wrap="none">
            <a:spAutoFit/>
          </a:bodyPr>
          <a:lstStyle/>
          <a:p>
            <a:pPr lvl="0"/>
            <a:r>
              <a:rPr lang="en-US" sz="2800" dirty="0">
                <a:solidFill>
                  <a:prstClr val="black"/>
                </a:solidFill>
                <a:latin typeface="Aharoni" panose="02010803020104030203" pitchFamily="2" charset="-79"/>
                <a:cs typeface="Aharoni" panose="02010803020104030203" pitchFamily="2" charset="-79"/>
              </a:rPr>
              <a:t>BACKGROUND</a:t>
            </a:r>
          </a:p>
        </p:txBody>
      </p:sp>
    </p:spTree>
    <p:extLst>
      <p:ext uri="{BB962C8B-B14F-4D97-AF65-F5344CB8AC3E}">
        <p14:creationId xmlns:p14="http://schemas.microsoft.com/office/powerpoint/2010/main" val="1846474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50A6CB6-E253-6C2F-F397-912E3825D535}"/>
              </a:ext>
            </a:extLst>
          </p:cNvPr>
          <p:cNvPicPr>
            <a:picLocks noChangeAspect="1"/>
          </p:cNvPicPr>
          <p:nvPr/>
        </p:nvPicPr>
        <p:blipFill>
          <a:blip r:embed="rId2"/>
          <a:stretch>
            <a:fillRect/>
          </a:stretch>
        </p:blipFill>
        <p:spPr>
          <a:xfrm>
            <a:off x="498661" y="1221090"/>
            <a:ext cx="8164684" cy="4380013"/>
          </a:xfrm>
          <a:prstGeom prst="rect">
            <a:avLst/>
          </a:prstGeom>
        </p:spPr>
      </p:pic>
      <p:sp>
        <p:nvSpPr>
          <p:cNvPr id="3" name="Retângulo 2"/>
          <p:cNvSpPr/>
          <p:nvPr/>
        </p:nvSpPr>
        <p:spPr>
          <a:xfrm>
            <a:off x="1801416" y="1938757"/>
            <a:ext cx="2338535" cy="629416"/>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2"/>
          </a:lnRef>
          <a:fillRef idx="1">
            <a:schemeClr val="lt1"/>
          </a:fillRef>
          <a:effectRef idx="0">
            <a:schemeClr val="accent2"/>
          </a:effectRef>
          <a:fontRef idx="minor">
            <a:schemeClr val="dk1"/>
          </a:fontRef>
        </p:style>
        <p:txBody>
          <a:bodyPr rtlCol="0" anchor="ctr"/>
          <a:lstStyle/>
          <a:p>
            <a:pPr algn="ctr"/>
            <a:r>
              <a:rPr lang="pt-BR" sz="1200" b="1" dirty="0">
                <a:solidFill>
                  <a:srgbClr val="C00000"/>
                </a:solidFill>
                <a:latin typeface="Cabin" panose="020B0803050202020004" pitchFamily="34" charset="0"/>
              </a:rPr>
              <a:t>The available calibration markers. The dot in the icon indicates the target position of the marker.</a:t>
            </a:r>
            <a:endParaRPr lang="en-US" sz="1200" b="1" dirty="0">
              <a:solidFill>
                <a:srgbClr val="C00000"/>
              </a:solidFill>
              <a:latin typeface="Cabin" panose="020B0803050202020004" pitchFamily="34" charset="0"/>
            </a:endParaRPr>
          </a:p>
        </p:txBody>
      </p:sp>
      <p:sp>
        <p:nvSpPr>
          <p:cNvPr id="4" name="Fluxograma: Mesclar 3"/>
          <p:cNvSpPr/>
          <p:nvPr/>
        </p:nvSpPr>
        <p:spPr>
          <a:xfrm rot="5400000">
            <a:off x="1402067" y="2199459"/>
            <a:ext cx="504056" cy="108012"/>
          </a:xfrm>
          <a:prstGeom prst="flowChartMerge">
            <a:avLst/>
          </a:prstGeom>
          <a:solidFill>
            <a:srgbClr val="C0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tângulo 4"/>
          <p:cNvSpPr/>
          <p:nvPr/>
        </p:nvSpPr>
        <p:spPr>
          <a:xfrm>
            <a:off x="527057" y="3588147"/>
            <a:ext cx="1931105" cy="99298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b="1" dirty="0">
                <a:solidFill>
                  <a:srgbClr val="C00000"/>
                </a:solidFill>
                <a:latin typeface="Cabin" panose="020B0803050202020004" pitchFamily="34" charset="0"/>
              </a:rPr>
              <a:t>The two calibration modes, one to align the layout to the scene (“initialization”), one to refine the alignment (“refinement”)</a:t>
            </a:r>
          </a:p>
        </p:txBody>
      </p:sp>
      <p:sp>
        <p:nvSpPr>
          <p:cNvPr id="6" name="Fluxograma: Mesclar 5"/>
          <p:cNvSpPr/>
          <p:nvPr/>
        </p:nvSpPr>
        <p:spPr>
          <a:xfrm rot="10800000">
            <a:off x="1240582" y="3418191"/>
            <a:ext cx="504056" cy="108012"/>
          </a:xfrm>
          <a:prstGeom prst="flowChartMerge">
            <a:avLst/>
          </a:prstGeom>
          <a:solidFill>
            <a:srgbClr val="C0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tângulo 9"/>
          <p:cNvSpPr/>
          <p:nvPr/>
        </p:nvSpPr>
        <p:spPr>
          <a:xfrm>
            <a:off x="1799692" y="2684581"/>
            <a:ext cx="2501832" cy="71188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2"/>
          </a:lnRef>
          <a:fillRef idx="1">
            <a:schemeClr val="lt1"/>
          </a:fillRef>
          <a:effectRef idx="0">
            <a:schemeClr val="accent2"/>
          </a:effectRef>
          <a:fontRef idx="minor">
            <a:schemeClr val="dk1"/>
          </a:fontRef>
        </p:style>
        <p:txBody>
          <a:bodyPr rtlCol="0" anchor="ctr"/>
          <a:lstStyle/>
          <a:p>
            <a:pPr algn="ctr"/>
            <a:r>
              <a:rPr lang="pt-BR" sz="1200" b="1" dirty="0">
                <a:solidFill>
                  <a:srgbClr val="C00000"/>
                </a:solidFill>
                <a:latin typeface="Cabin" panose="020B0803050202020004" pitchFamily="34" charset="0"/>
              </a:rPr>
              <a:t>The trigger of the calibration improvement. Click as many times as you want, and every time a marker position is changed</a:t>
            </a:r>
            <a:endParaRPr lang="en-US" sz="1200" b="1" dirty="0">
              <a:solidFill>
                <a:schemeClr val="tx2">
                  <a:lumMod val="60000"/>
                  <a:lumOff val="40000"/>
                </a:schemeClr>
              </a:solidFill>
              <a:latin typeface="Cabin" panose="020B0803050202020004" pitchFamily="34" charset="0"/>
            </a:endParaRPr>
          </a:p>
        </p:txBody>
      </p:sp>
      <p:sp>
        <p:nvSpPr>
          <p:cNvPr id="11" name="Fluxograma: Mesclar 10"/>
          <p:cNvSpPr/>
          <p:nvPr/>
        </p:nvSpPr>
        <p:spPr>
          <a:xfrm rot="5400000">
            <a:off x="1421650" y="2986515"/>
            <a:ext cx="504056" cy="108012"/>
          </a:xfrm>
          <a:prstGeom prst="flowChartMerge">
            <a:avLst/>
          </a:prstGeom>
          <a:solidFill>
            <a:srgbClr val="C0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tângulo 11"/>
          <p:cNvSpPr/>
          <p:nvPr/>
        </p:nvSpPr>
        <p:spPr>
          <a:xfrm>
            <a:off x="3622756" y="4259012"/>
            <a:ext cx="3063083" cy="77904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2"/>
          </a:lnRef>
          <a:fillRef idx="1">
            <a:schemeClr val="lt1"/>
          </a:fillRef>
          <a:effectRef idx="0">
            <a:schemeClr val="accent2"/>
          </a:effectRef>
          <a:fontRef idx="minor">
            <a:schemeClr val="dk1"/>
          </a:fontRef>
        </p:style>
        <p:txBody>
          <a:bodyPr rtlCol="0" anchor="ctr"/>
          <a:lstStyle/>
          <a:p>
            <a:pPr algn="ctr"/>
            <a:r>
              <a:rPr lang="pt-BR" sz="1200" b="1" dirty="0">
                <a:solidFill>
                  <a:srgbClr val="C00000"/>
                </a:solidFill>
                <a:latin typeface="Cabin" panose="020B0803050202020004" pitchFamily="34" charset="0"/>
              </a:rPr>
              <a:t>The octagon layout, which should be aligned to the scene (especially the inner octagon), and with the main logo oriented in the same way as the actual logo in the arena.</a:t>
            </a:r>
            <a:endParaRPr lang="en-US" sz="1200" b="1" dirty="0">
              <a:solidFill>
                <a:schemeClr val="tx2">
                  <a:lumMod val="60000"/>
                  <a:lumOff val="40000"/>
                </a:schemeClr>
              </a:solidFill>
              <a:latin typeface="Cabin" panose="020B0803050202020004" pitchFamily="34" charset="0"/>
            </a:endParaRPr>
          </a:p>
        </p:txBody>
      </p:sp>
      <p:sp>
        <p:nvSpPr>
          <p:cNvPr id="13" name="Fluxograma: Mesclar 12"/>
          <p:cNvSpPr/>
          <p:nvPr/>
        </p:nvSpPr>
        <p:spPr>
          <a:xfrm rot="5400000">
            <a:off x="3214441" y="4594526"/>
            <a:ext cx="504056" cy="108012"/>
          </a:xfrm>
          <a:prstGeom prst="flowChartMerge">
            <a:avLst/>
          </a:prstGeom>
          <a:solidFill>
            <a:srgbClr val="C0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tângulo de cantos arredondados 17"/>
          <p:cNvSpPr/>
          <p:nvPr/>
        </p:nvSpPr>
        <p:spPr>
          <a:xfrm>
            <a:off x="2636349" y="5805264"/>
            <a:ext cx="3840602" cy="261610"/>
          </a:xfrm>
          <a:prstGeom prst="roundRect">
            <a:avLst/>
          </a:prstGeom>
          <a:solidFill>
            <a:srgbClr val="FFFF00"/>
          </a:solidFill>
          <a:ln w="3175">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200" dirty="0">
                <a:solidFill>
                  <a:prstClr val="black"/>
                </a:solidFill>
                <a:latin typeface="Cabin" panose="020B0803050202020004" pitchFamily="34" charset="0"/>
              </a:rPr>
              <a:t>(you can close this window by clicking on top of it)</a:t>
            </a:r>
          </a:p>
        </p:txBody>
      </p:sp>
      <p:sp>
        <p:nvSpPr>
          <p:cNvPr id="16" name="Retângulo de cantos arredondados 15"/>
          <p:cNvSpPr/>
          <p:nvPr/>
        </p:nvSpPr>
        <p:spPr>
          <a:xfrm>
            <a:off x="3188498" y="548680"/>
            <a:ext cx="2736304" cy="369332"/>
          </a:xfrm>
          <a:prstGeom prst="roundRect">
            <a:avLst/>
          </a:prstGeom>
          <a:solidFill>
            <a:srgbClr val="FFFF00"/>
          </a:solidFill>
          <a:ln w="3175">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b="1" dirty="0">
                <a:solidFill>
                  <a:prstClr val="black"/>
                </a:solidFill>
                <a:latin typeface="Cabin" panose="020B0803050202020004" pitchFamily="34" charset="0"/>
              </a:rPr>
              <a:t>UFC Calibrator cheat sheet</a:t>
            </a:r>
          </a:p>
        </p:txBody>
      </p:sp>
      <p:sp>
        <p:nvSpPr>
          <p:cNvPr id="2" name="Retângulo 2">
            <a:extLst>
              <a:ext uri="{FF2B5EF4-FFF2-40B4-BE49-F238E27FC236}">
                <a16:creationId xmlns:a16="http://schemas.microsoft.com/office/drawing/2014/main" id="{3043F959-1FDE-A151-1654-1BADED1C9B80}"/>
              </a:ext>
            </a:extLst>
          </p:cNvPr>
          <p:cNvSpPr/>
          <p:nvPr/>
        </p:nvSpPr>
        <p:spPr>
          <a:xfrm>
            <a:off x="3347864" y="1315893"/>
            <a:ext cx="2338535" cy="504056"/>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2"/>
          </a:lnRef>
          <a:fillRef idx="1">
            <a:schemeClr val="lt1"/>
          </a:fillRef>
          <a:effectRef idx="0">
            <a:schemeClr val="accent2"/>
          </a:effectRef>
          <a:fontRef idx="minor">
            <a:schemeClr val="dk1"/>
          </a:fontRef>
        </p:style>
        <p:txBody>
          <a:bodyPr rtlCol="0" anchor="ctr"/>
          <a:lstStyle/>
          <a:p>
            <a:pPr algn="ctr"/>
            <a:r>
              <a:rPr lang="pt-BR" sz="1200" b="1" dirty="0">
                <a:solidFill>
                  <a:srgbClr val="C00000"/>
                </a:solidFill>
                <a:latin typeface="Cabin" panose="020B0803050202020004" pitchFamily="34" charset="0"/>
              </a:rPr>
              <a:t>The overall calibraiton quality, which should be above 90%.</a:t>
            </a:r>
            <a:endParaRPr lang="en-US" sz="1200" b="1" dirty="0">
              <a:solidFill>
                <a:srgbClr val="C00000"/>
              </a:solidFill>
              <a:latin typeface="Cabin" panose="020B0803050202020004" pitchFamily="34" charset="0"/>
            </a:endParaRPr>
          </a:p>
        </p:txBody>
      </p:sp>
      <p:sp>
        <p:nvSpPr>
          <p:cNvPr id="7" name="Fluxograma: Mesclar 3">
            <a:extLst>
              <a:ext uri="{FF2B5EF4-FFF2-40B4-BE49-F238E27FC236}">
                <a16:creationId xmlns:a16="http://schemas.microsoft.com/office/drawing/2014/main" id="{58F79ABA-3513-2A27-235E-F605AC976672}"/>
              </a:ext>
            </a:extLst>
          </p:cNvPr>
          <p:cNvSpPr/>
          <p:nvPr/>
        </p:nvSpPr>
        <p:spPr>
          <a:xfrm rot="5400000">
            <a:off x="2948515" y="1513915"/>
            <a:ext cx="504056" cy="108012"/>
          </a:xfrm>
          <a:prstGeom prst="flowChartMerge">
            <a:avLst/>
          </a:prstGeom>
          <a:solidFill>
            <a:srgbClr val="C0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ângulo 9">
            <a:extLst>
              <a:ext uri="{FF2B5EF4-FFF2-40B4-BE49-F238E27FC236}">
                <a16:creationId xmlns:a16="http://schemas.microsoft.com/office/drawing/2014/main" id="{E9FF015D-C100-9102-FA81-D60BB53301AE}"/>
              </a:ext>
            </a:extLst>
          </p:cNvPr>
          <p:cNvSpPr/>
          <p:nvPr/>
        </p:nvSpPr>
        <p:spPr>
          <a:xfrm>
            <a:off x="5141507" y="2072451"/>
            <a:ext cx="3138905" cy="122009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2"/>
          </a:lnRef>
          <a:fillRef idx="1">
            <a:schemeClr val="lt1"/>
          </a:fillRef>
          <a:effectRef idx="0">
            <a:schemeClr val="accent2"/>
          </a:effectRef>
          <a:fontRef idx="minor">
            <a:schemeClr val="dk1"/>
          </a:fontRef>
        </p:style>
        <p:txBody>
          <a:bodyPr rtlCol="0" anchor="ctr"/>
          <a:lstStyle/>
          <a:p>
            <a:pPr algn="ctr"/>
            <a:r>
              <a:rPr lang="pt-BR" sz="1200" b="1" dirty="0">
                <a:solidFill>
                  <a:srgbClr val="C00000"/>
                </a:solidFill>
                <a:latin typeface="Cabin" panose="020B0803050202020004" pitchFamily="34" charset="0"/>
              </a:rPr>
              <a:t>The calibration makers. Notice the quality (top) and the name (bottom) of each marker, which should be above 90% and correspond to the actual octagon, respectively. The red bar is a suggestion on how the marker may be moved to improve the (current) calibration.</a:t>
            </a:r>
            <a:endParaRPr lang="en-US" sz="1200" b="1" dirty="0">
              <a:solidFill>
                <a:schemeClr val="tx2">
                  <a:lumMod val="60000"/>
                  <a:lumOff val="40000"/>
                </a:schemeClr>
              </a:solidFill>
              <a:latin typeface="Cabin" panose="020B0803050202020004" pitchFamily="34" charset="0"/>
            </a:endParaRPr>
          </a:p>
        </p:txBody>
      </p:sp>
      <p:sp>
        <p:nvSpPr>
          <p:cNvPr id="17" name="Fluxograma: Mesclar 10">
            <a:extLst>
              <a:ext uri="{FF2B5EF4-FFF2-40B4-BE49-F238E27FC236}">
                <a16:creationId xmlns:a16="http://schemas.microsoft.com/office/drawing/2014/main" id="{9A8FDAF7-BDDA-8068-3B22-5C8147961DD9}"/>
              </a:ext>
            </a:extLst>
          </p:cNvPr>
          <p:cNvSpPr/>
          <p:nvPr/>
        </p:nvSpPr>
        <p:spPr>
          <a:xfrm rot="5400000">
            <a:off x="4763466" y="2628494"/>
            <a:ext cx="504056" cy="108012"/>
          </a:xfrm>
          <a:prstGeom prst="flowChartMerge">
            <a:avLst/>
          </a:prstGeom>
          <a:solidFill>
            <a:srgbClr val="C0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0733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B8EC03-122F-DB50-4288-E24D7016D367}"/>
              </a:ext>
            </a:extLst>
          </p:cNvPr>
          <p:cNvPicPr>
            <a:picLocks noChangeAspect="1"/>
          </p:cNvPicPr>
          <p:nvPr/>
        </p:nvPicPr>
        <p:blipFill>
          <a:blip r:embed="rId2"/>
          <a:stretch>
            <a:fillRect/>
          </a:stretch>
        </p:blipFill>
        <p:spPr>
          <a:xfrm>
            <a:off x="0" y="976312"/>
            <a:ext cx="9144000" cy="4905375"/>
          </a:xfrm>
          <a:prstGeom prst="rect">
            <a:avLst/>
          </a:prstGeom>
        </p:spPr>
      </p:pic>
      <p:pic>
        <p:nvPicPr>
          <p:cNvPr id="5" name="Picture 4" descr="A picture containing text, book&#10;&#10;Description automatically generated">
            <a:extLst>
              <a:ext uri="{FF2B5EF4-FFF2-40B4-BE49-F238E27FC236}">
                <a16:creationId xmlns:a16="http://schemas.microsoft.com/office/drawing/2014/main" id="{5C66FF3B-208C-641F-0E71-1688F76B3D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54052" y="2082213"/>
            <a:ext cx="3635896" cy="2693572"/>
          </a:xfrm>
          <a:prstGeom prst="rect">
            <a:avLst/>
          </a:prstGeom>
        </p:spPr>
      </p:pic>
    </p:spTree>
    <p:extLst>
      <p:ext uri="{BB962C8B-B14F-4D97-AF65-F5344CB8AC3E}">
        <p14:creationId xmlns:p14="http://schemas.microsoft.com/office/powerpoint/2010/main" val="925424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DFEA5-AAF5-D77F-BE46-7B7BFBF04C19}"/>
            </a:ext>
          </a:extLst>
        </p:cNvPr>
        <p:cNvGrpSpPr/>
        <p:nvPr/>
      </p:nvGrpSpPr>
      <p:grpSpPr>
        <a:xfrm>
          <a:off x="0" y="0"/>
          <a:ext cx="0" cy="0"/>
          <a:chOff x="0" y="0"/>
          <a:chExt cx="0" cy="0"/>
        </a:xfrm>
      </p:grpSpPr>
      <p:pic>
        <p:nvPicPr>
          <p:cNvPr id="69" name="Picture 68">
            <a:extLst>
              <a:ext uri="{FF2B5EF4-FFF2-40B4-BE49-F238E27FC236}">
                <a16:creationId xmlns:a16="http://schemas.microsoft.com/office/drawing/2014/main" id="{7F53F774-EFAC-0FA6-12AC-84B7ABB42E3B}"/>
              </a:ext>
            </a:extLst>
          </p:cNvPr>
          <p:cNvPicPr>
            <a:picLocks noChangeAspect="1"/>
          </p:cNvPicPr>
          <p:nvPr/>
        </p:nvPicPr>
        <p:blipFill>
          <a:blip r:embed="rId2"/>
          <a:stretch>
            <a:fillRect/>
          </a:stretch>
        </p:blipFill>
        <p:spPr>
          <a:xfrm>
            <a:off x="4276194" y="4086374"/>
            <a:ext cx="2804425" cy="2722630"/>
          </a:xfrm>
          <a:prstGeom prst="rect">
            <a:avLst/>
          </a:prstGeom>
        </p:spPr>
      </p:pic>
      <p:pic>
        <p:nvPicPr>
          <p:cNvPr id="36" name="Picture 35">
            <a:extLst>
              <a:ext uri="{FF2B5EF4-FFF2-40B4-BE49-F238E27FC236}">
                <a16:creationId xmlns:a16="http://schemas.microsoft.com/office/drawing/2014/main" id="{E1ED90FE-D399-8EEF-F6E3-C7A50EBC7A6E}"/>
              </a:ext>
            </a:extLst>
          </p:cNvPr>
          <p:cNvPicPr>
            <a:picLocks noChangeAspect="1"/>
          </p:cNvPicPr>
          <p:nvPr/>
        </p:nvPicPr>
        <p:blipFill>
          <a:blip r:embed="rId3"/>
          <a:stretch>
            <a:fillRect/>
          </a:stretch>
        </p:blipFill>
        <p:spPr>
          <a:xfrm>
            <a:off x="134847" y="1371205"/>
            <a:ext cx="3829673" cy="3456384"/>
          </a:xfrm>
          <a:prstGeom prst="rect">
            <a:avLst/>
          </a:prstGeom>
        </p:spPr>
      </p:pic>
      <p:pic>
        <p:nvPicPr>
          <p:cNvPr id="38" name="Picture 37">
            <a:extLst>
              <a:ext uri="{FF2B5EF4-FFF2-40B4-BE49-F238E27FC236}">
                <a16:creationId xmlns:a16="http://schemas.microsoft.com/office/drawing/2014/main" id="{EAE9964E-FF95-DD1C-8BBA-D0895E784C9F}"/>
              </a:ext>
            </a:extLst>
          </p:cNvPr>
          <p:cNvPicPr>
            <a:picLocks noChangeAspect="1"/>
          </p:cNvPicPr>
          <p:nvPr/>
        </p:nvPicPr>
        <p:blipFill>
          <a:blip r:embed="rId4"/>
          <a:stretch>
            <a:fillRect/>
          </a:stretch>
        </p:blipFill>
        <p:spPr>
          <a:xfrm>
            <a:off x="4932040" y="64754"/>
            <a:ext cx="3829673" cy="3617896"/>
          </a:xfrm>
          <a:prstGeom prst="rect">
            <a:avLst/>
          </a:prstGeom>
        </p:spPr>
      </p:pic>
      <p:grpSp>
        <p:nvGrpSpPr>
          <p:cNvPr id="43" name="Group 42">
            <a:extLst>
              <a:ext uri="{FF2B5EF4-FFF2-40B4-BE49-F238E27FC236}">
                <a16:creationId xmlns:a16="http://schemas.microsoft.com/office/drawing/2014/main" id="{8E3E7124-95B7-F4E3-BED1-F81873CF7F02}"/>
              </a:ext>
            </a:extLst>
          </p:cNvPr>
          <p:cNvGrpSpPr/>
          <p:nvPr/>
        </p:nvGrpSpPr>
        <p:grpSpPr>
          <a:xfrm>
            <a:off x="7884368" y="1883448"/>
            <a:ext cx="1152376" cy="1152376"/>
            <a:chOff x="6861187" y="2456768"/>
            <a:chExt cx="792088" cy="792088"/>
          </a:xfrm>
        </p:grpSpPr>
        <p:sp>
          <p:nvSpPr>
            <p:cNvPr id="44" name="Retângulo 63">
              <a:extLst>
                <a:ext uri="{FF2B5EF4-FFF2-40B4-BE49-F238E27FC236}">
                  <a16:creationId xmlns:a16="http://schemas.microsoft.com/office/drawing/2014/main" id="{8F8ABC99-E8F0-9520-A737-D8C327C93EA6}"/>
                </a:ext>
              </a:extLst>
            </p:cNvPr>
            <p:cNvSpPr/>
            <p:nvPr/>
          </p:nvSpPr>
          <p:spPr>
            <a:xfrm>
              <a:off x="6861187" y="2456768"/>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Elipse 167">
              <a:extLst>
                <a:ext uri="{FF2B5EF4-FFF2-40B4-BE49-F238E27FC236}">
                  <a16:creationId xmlns:a16="http://schemas.microsoft.com/office/drawing/2014/main" id="{32A2BE01-DF97-6308-AE5D-501D9B6D9B99}"/>
                </a:ext>
              </a:extLst>
            </p:cNvPr>
            <p:cNvSpPr/>
            <p:nvPr/>
          </p:nvSpPr>
          <p:spPr>
            <a:xfrm rot="5400000">
              <a:off x="7185222" y="2758417"/>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520EB523-DB13-F9EB-9981-250EC1063E88}"/>
                </a:ext>
              </a:extLst>
            </p:cNvPr>
            <p:cNvSpPr txBox="1"/>
            <p:nvPr/>
          </p:nvSpPr>
          <p:spPr>
            <a:xfrm>
              <a:off x="7067545" y="3002635"/>
              <a:ext cx="380131" cy="211551"/>
            </a:xfrm>
            <a:prstGeom prst="rect">
              <a:avLst/>
            </a:prstGeom>
            <a:solidFill>
              <a:schemeClr val="bg1"/>
            </a:solidFill>
          </p:spPr>
          <p:txBody>
            <a:bodyPr wrap="none" lIns="0" tIns="0" rIns="0" bIns="0" rtlCol="0">
              <a:spAutoFit/>
            </a:bodyPr>
            <a:lstStyle/>
            <a:p>
              <a:pPr algn="ctr"/>
              <a:r>
                <a:rPr lang="pt-BR" sz="2000" b="1" dirty="0">
                  <a:latin typeface="Agency FB" panose="020B0503020202020204" pitchFamily="34" charset="0"/>
                </a:rPr>
                <a:t>0, </a:t>
              </a:r>
              <a:r>
                <a:rPr lang="pt-BR" sz="2000" b="1" dirty="0">
                  <a:solidFill>
                    <a:srgbClr val="FF0000"/>
                  </a:solidFill>
                  <a:latin typeface="Agency FB" panose="020B0503020202020204" pitchFamily="34" charset="0"/>
                </a:rPr>
                <a:t>Y</a:t>
              </a:r>
              <a:r>
                <a:rPr lang="pt-BR" sz="2000" b="1" dirty="0">
                  <a:latin typeface="Agency FB" panose="020B0503020202020204" pitchFamily="34" charset="0"/>
                </a:rPr>
                <a:t>, 0</a:t>
              </a:r>
              <a:endParaRPr lang="en-US" sz="2000" b="1" dirty="0">
                <a:latin typeface="Agency FB" panose="020B0503020202020204" pitchFamily="34" charset="0"/>
              </a:endParaRPr>
            </a:p>
          </p:txBody>
        </p:sp>
      </p:grpSp>
      <p:grpSp>
        <p:nvGrpSpPr>
          <p:cNvPr id="47" name="Group 46">
            <a:extLst>
              <a:ext uri="{FF2B5EF4-FFF2-40B4-BE49-F238E27FC236}">
                <a16:creationId xmlns:a16="http://schemas.microsoft.com/office/drawing/2014/main" id="{58EA3224-73B4-213F-C4E4-0E75E94D4793}"/>
              </a:ext>
            </a:extLst>
          </p:cNvPr>
          <p:cNvGrpSpPr/>
          <p:nvPr/>
        </p:nvGrpSpPr>
        <p:grpSpPr>
          <a:xfrm>
            <a:off x="7080619" y="2831495"/>
            <a:ext cx="953860" cy="953860"/>
            <a:chOff x="5139186" y="3869926"/>
            <a:chExt cx="792088" cy="792088"/>
          </a:xfrm>
        </p:grpSpPr>
        <p:sp>
          <p:nvSpPr>
            <p:cNvPr id="48" name="Retângulo 63">
              <a:extLst>
                <a:ext uri="{FF2B5EF4-FFF2-40B4-BE49-F238E27FC236}">
                  <a16:creationId xmlns:a16="http://schemas.microsoft.com/office/drawing/2014/main" id="{1AC6F1BB-79FC-A2DA-7AD6-84047C7BF906}"/>
                </a:ext>
              </a:extLst>
            </p:cNvPr>
            <p:cNvSpPr/>
            <p:nvPr/>
          </p:nvSpPr>
          <p:spPr>
            <a:xfrm>
              <a:off x="5139186" y="3869926"/>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 name="Elipse 167">
              <a:extLst>
                <a:ext uri="{FF2B5EF4-FFF2-40B4-BE49-F238E27FC236}">
                  <a16:creationId xmlns:a16="http://schemas.microsoft.com/office/drawing/2014/main" id="{F158EFD9-41A1-405E-E332-21F6180C7C0A}"/>
                </a:ext>
              </a:extLst>
            </p:cNvPr>
            <p:cNvSpPr/>
            <p:nvPr/>
          </p:nvSpPr>
          <p:spPr>
            <a:xfrm rot="5400000">
              <a:off x="5463221" y="4171575"/>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CA8CE6DA-C157-1D81-764B-CC7AE095212A}"/>
                </a:ext>
              </a:extLst>
            </p:cNvPr>
            <p:cNvSpPr txBox="1"/>
            <p:nvPr/>
          </p:nvSpPr>
          <p:spPr>
            <a:xfrm>
              <a:off x="5353529" y="4415793"/>
              <a:ext cx="363400" cy="204463"/>
            </a:xfrm>
            <a:prstGeom prst="rect">
              <a:avLst/>
            </a:prstGeom>
            <a:solidFill>
              <a:schemeClr val="bg1"/>
            </a:solidFill>
          </p:spPr>
          <p:txBody>
            <a:bodyPr wrap="none" lIns="0" tIns="0" rIns="0" bIns="0" rtlCol="0">
              <a:spAutoFit/>
            </a:bodyPr>
            <a:lstStyle/>
            <a:p>
              <a:pPr algn="ctr"/>
              <a:r>
                <a:rPr lang="pt-BR" sz="1600" b="1" dirty="0">
                  <a:solidFill>
                    <a:srgbClr val="00B050"/>
                  </a:solidFill>
                  <a:latin typeface="Agency FB" panose="020B0503020202020204" pitchFamily="34" charset="0"/>
                </a:rPr>
                <a:t>X</a:t>
              </a:r>
              <a:r>
                <a:rPr lang="pt-BR" sz="1600" b="1" dirty="0">
                  <a:latin typeface="Agency FB" panose="020B0503020202020204" pitchFamily="34" charset="0"/>
                </a:rPr>
                <a:t>, </a:t>
              </a:r>
              <a:r>
                <a:rPr lang="pt-BR" sz="1600" b="1" dirty="0">
                  <a:solidFill>
                    <a:srgbClr val="FF0000"/>
                  </a:solidFill>
                  <a:latin typeface="Agency FB" panose="020B0503020202020204" pitchFamily="34" charset="0"/>
                </a:rPr>
                <a:t>Y</a:t>
              </a:r>
              <a:r>
                <a:rPr lang="pt-BR" sz="1600" b="1" dirty="0">
                  <a:latin typeface="Agency FB" panose="020B0503020202020204" pitchFamily="34" charset="0"/>
                </a:rPr>
                <a:t>, 0</a:t>
              </a:r>
              <a:endParaRPr lang="en-US" sz="1600" b="1" dirty="0">
                <a:latin typeface="Agency FB" panose="020B0503020202020204" pitchFamily="34" charset="0"/>
              </a:endParaRPr>
            </a:p>
          </p:txBody>
        </p:sp>
      </p:grpSp>
      <p:grpSp>
        <p:nvGrpSpPr>
          <p:cNvPr id="51" name="Group 50">
            <a:extLst>
              <a:ext uri="{FF2B5EF4-FFF2-40B4-BE49-F238E27FC236}">
                <a16:creationId xmlns:a16="http://schemas.microsoft.com/office/drawing/2014/main" id="{C3B1B85D-273A-34AE-C106-4CAD029B9294}"/>
              </a:ext>
            </a:extLst>
          </p:cNvPr>
          <p:cNvGrpSpPr/>
          <p:nvPr/>
        </p:nvGrpSpPr>
        <p:grpSpPr>
          <a:xfrm>
            <a:off x="6000295" y="5511056"/>
            <a:ext cx="1224136" cy="1224136"/>
            <a:chOff x="2051720" y="3933056"/>
            <a:chExt cx="792088" cy="792088"/>
          </a:xfrm>
        </p:grpSpPr>
        <p:sp>
          <p:nvSpPr>
            <p:cNvPr id="52" name="Retângulo 63">
              <a:extLst>
                <a:ext uri="{FF2B5EF4-FFF2-40B4-BE49-F238E27FC236}">
                  <a16:creationId xmlns:a16="http://schemas.microsoft.com/office/drawing/2014/main" id="{DAD5A9CB-BCCB-E2A0-83D4-77E2C33603D7}"/>
                </a:ext>
              </a:extLst>
            </p:cNvPr>
            <p:cNvSpPr/>
            <p:nvPr/>
          </p:nvSpPr>
          <p:spPr>
            <a:xfrm>
              <a:off x="2051720" y="3933056"/>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 name="Elipse 167">
              <a:extLst>
                <a:ext uri="{FF2B5EF4-FFF2-40B4-BE49-F238E27FC236}">
                  <a16:creationId xmlns:a16="http://schemas.microsoft.com/office/drawing/2014/main" id="{6F7B22C0-0403-2A1C-2EAC-56DA3AB81474}"/>
                </a:ext>
              </a:extLst>
            </p:cNvPr>
            <p:cNvSpPr/>
            <p:nvPr/>
          </p:nvSpPr>
          <p:spPr>
            <a:xfrm rot="5400000">
              <a:off x="2375755" y="4234705"/>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C12D3980-FE56-08A3-D8C2-3AA9AFDE25F1}"/>
                </a:ext>
              </a:extLst>
            </p:cNvPr>
            <p:cNvSpPr txBox="1"/>
            <p:nvPr/>
          </p:nvSpPr>
          <p:spPr>
            <a:xfrm>
              <a:off x="2232536" y="4478923"/>
              <a:ext cx="430454" cy="238980"/>
            </a:xfrm>
            <a:prstGeom prst="rect">
              <a:avLst/>
            </a:prstGeom>
            <a:solidFill>
              <a:schemeClr val="bg1"/>
            </a:solidFill>
          </p:spPr>
          <p:txBody>
            <a:bodyPr wrap="none" lIns="0" tIns="0" rIns="0" bIns="0" rtlCol="0">
              <a:spAutoFit/>
            </a:bodyPr>
            <a:lstStyle/>
            <a:p>
              <a:pPr algn="ctr"/>
              <a:r>
                <a:rPr lang="pt-BR" sz="2400" b="1" dirty="0">
                  <a:solidFill>
                    <a:srgbClr val="00B050"/>
                  </a:solidFill>
                  <a:latin typeface="Agency FB" panose="020B0503020202020204" pitchFamily="34" charset="0"/>
                </a:rPr>
                <a:t>X</a:t>
              </a:r>
              <a:r>
                <a:rPr lang="pt-BR" sz="2400" b="1" dirty="0">
                  <a:latin typeface="Agency FB" panose="020B0503020202020204" pitchFamily="34" charset="0"/>
                </a:rPr>
                <a:t>, 0, 0</a:t>
              </a:r>
              <a:endParaRPr lang="en-US" sz="2400" b="1" dirty="0">
                <a:latin typeface="Agency FB" panose="020B0503020202020204" pitchFamily="34" charset="0"/>
              </a:endParaRPr>
            </a:p>
          </p:txBody>
        </p:sp>
      </p:grpSp>
      <p:sp>
        <p:nvSpPr>
          <p:cNvPr id="55" name="Elipse 167">
            <a:extLst>
              <a:ext uri="{FF2B5EF4-FFF2-40B4-BE49-F238E27FC236}">
                <a16:creationId xmlns:a16="http://schemas.microsoft.com/office/drawing/2014/main" id="{697CCEEE-22FA-C7EF-2E2D-3B41623B108B}"/>
              </a:ext>
            </a:extLst>
          </p:cNvPr>
          <p:cNvSpPr/>
          <p:nvPr/>
        </p:nvSpPr>
        <p:spPr>
          <a:xfrm rot="5400000">
            <a:off x="6245330" y="302120"/>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8190FFE6-C976-1395-5550-C72392874E74}"/>
              </a:ext>
            </a:extLst>
          </p:cNvPr>
          <p:cNvSpPr txBox="1"/>
          <p:nvPr/>
        </p:nvSpPr>
        <p:spPr>
          <a:xfrm>
            <a:off x="6083300" y="933"/>
            <a:ext cx="468077" cy="276999"/>
          </a:xfrm>
          <a:prstGeom prst="rect">
            <a:avLst/>
          </a:prstGeom>
          <a:solidFill>
            <a:schemeClr val="bg1"/>
          </a:solidFill>
        </p:spPr>
        <p:txBody>
          <a:bodyPr wrap="none" lIns="0" tIns="0" rIns="0" bIns="0" rtlCol="0">
            <a:spAutoFit/>
          </a:bodyPr>
          <a:lstStyle/>
          <a:p>
            <a:pPr algn="ctr"/>
            <a:r>
              <a:rPr lang="pt-BR" sz="900" b="1" dirty="0">
                <a:latin typeface="Agency FB" panose="020B0503020202020204" pitchFamily="34" charset="0"/>
              </a:rPr>
              <a:t>OVER THE</a:t>
            </a:r>
          </a:p>
          <a:p>
            <a:pPr algn="ctr"/>
            <a:r>
              <a:rPr lang="pt-BR" sz="900" b="1" dirty="0">
                <a:latin typeface="Agency FB" panose="020B0503020202020204" pitchFamily="34" charset="0"/>
              </a:rPr>
              <a:t>GREEN TAPE</a:t>
            </a:r>
            <a:endParaRPr lang="en-US" sz="900" b="1" dirty="0">
              <a:latin typeface="Agency FB" panose="020B0503020202020204" pitchFamily="34" charset="0"/>
            </a:endParaRPr>
          </a:p>
        </p:txBody>
      </p:sp>
      <p:sp>
        <p:nvSpPr>
          <p:cNvPr id="57" name="Elipse 167">
            <a:extLst>
              <a:ext uri="{FF2B5EF4-FFF2-40B4-BE49-F238E27FC236}">
                <a16:creationId xmlns:a16="http://schemas.microsoft.com/office/drawing/2014/main" id="{5C616319-5DF6-9D95-8285-A5386CEDDF59}"/>
              </a:ext>
            </a:extLst>
          </p:cNvPr>
          <p:cNvSpPr/>
          <p:nvPr/>
        </p:nvSpPr>
        <p:spPr>
          <a:xfrm rot="5400000">
            <a:off x="8150216" y="674781"/>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C0A2BC84-ECCD-1F53-5875-6859156211CE}"/>
              </a:ext>
            </a:extLst>
          </p:cNvPr>
          <p:cNvSpPr txBox="1"/>
          <p:nvPr/>
        </p:nvSpPr>
        <p:spPr>
          <a:xfrm>
            <a:off x="8035474" y="949776"/>
            <a:ext cx="373499" cy="215444"/>
          </a:xfrm>
          <a:prstGeom prst="rect">
            <a:avLst/>
          </a:prstGeom>
          <a:solidFill>
            <a:schemeClr val="bg1"/>
          </a:solidFill>
        </p:spPr>
        <p:txBody>
          <a:bodyPr wrap="none" lIns="0" tIns="0" rIns="0" bIns="0" rtlCol="0" anchor="b">
            <a:spAutoFit/>
          </a:bodyPr>
          <a:lstStyle/>
          <a:p>
            <a:pPr algn="ctr"/>
            <a:r>
              <a:rPr lang="pt-BR" sz="1400" b="1" dirty="0">
                <a:latin typeface="Agency FB" panose="020B0503020202020204" pitchFamily="34" charset="0"/>
              </a:rPr>
              <a:t>0, </a:t>
            </a:r>
            <a:r>
              <a:rPr lang="pt-BR" sz="1400" b="1" dirty="0">
                <a:solidFill>
                  <a:srgbClr val="FF0000"/>
                </a:solidFill>
                <a:latin typeface="Agency FB" panose="020B0503020202020204" pitchFamily="34" charset="0"/>
              </a:rPr>
              <a:t>Y</a:t>
            </a:r>
            <a:r>
              <a:rPr lang="pt-BR" sz="1400" b="1" dirty="0">
                <a:latin typeface="Agency FB" panose="020B0503020202020204" pitchFamily="34" charset="0"/>
              </a:rPr>
              <a:t>, </a:t>
            </a:r>
            <a:r>
              <a:rPr lang="pt-BR" sz="1400" b="1" dirty="0">
                <a:solidFill>
                  <a:srgbClr val="0000FF"/>
                </a:solidFill>
                <a:latin typeface="Agency FB" panose="020B0503020202020204" pitchFamily="34" charset="0"/>
              </a:rPr>
              <a:t>Z</a:t>
            </a:r>
            <a:endParaRPr lang="en-US" sz="1400" b="1" dirty="0">
              <a:solidFill>
                <a:srgbClr val="0000FF"/>
              </a:solidFill>
              <a:latin typeface="Agency FB" panose="020B0503020202020204" pitchFamily="34" charset="0"/>
            </a:endParaRPr>
          </a:p>
        </p:txBody>
      </p:sp>
      <p:sp>
        <p:nvSpPr>
          <p:cNvPr id="59" name="Elipse 167">
            <a:extLst>
              <a:ext uri="{FF2B5EF4-FFF2-40B4-BE49-F238E27FC236}">
                <a16:creationId xmlns:a16="http://schemas.microsoft.com/office/drawing/2014/main" id="{723AB1E5-72D8-2B97-25F2-702850173AA7}"/>
              </a:ext>
            </a:extLst>
          </p:cNvPr>
          <p:cNvSpPr/>
          <p:nvPr/>
        </p:nvSpPr>
        <p:spPr>
          <a:xfrm rot="5400000">
            <a:off x="7224431" y="1470989"/>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B7576381-C8F4-44A5-A251-52E46837213C}"/>
              </a:ext>
            </a:extLst>
          </p:cNvPr>
          <p:cNvSpPr txBox="1"/>
          <p:nvPr/>
        </p:nvSpPr>
        <p:spPr>
          <a:xfrm>
            <a:off x="7111292" y="1745984"/>
            <a:ext cx="370294" cy="215444"/>
          </a:xfrm>
          <a:prstGeom prst="rect">
            <a:avLst/>
          </a:prstGeom>
          <a:solidFill>
            <a:schemeClr val="bg1"/>
          </a:solidFill>
        </p:spPr>
        <p:txBody>
          <a:bodyPr wrap="none" lIns="0" tIns="0" rIns="0" bIns="0" rtlCol="0" anchor="b">
            <a:spAutoFit/>
          </a:bodyPr>
          <a:lstStyle/>
          <a:p>
            <a:pPr algn="ctr"/>
            <a:r>
              <a:rPr lang="pt-BR" sz="1400" b="1" dirty="0">
                <a:solidFill>
                  <a:srgbClr val="00B050"/>
                </a:solidFill>
                <a:latin typeface="Agency FB" panose="020B0503020202020204" pitchFamily="34" charset="0"/>
              </a:rPr>
              <a:t>X</a:t>
            </a:r>
            <a:r>
              <a:rPr lang="pt-BR" sz="1400" b="1" dirty="0">
                <a:latin typeface="Agency FB" panose="020B0503020202020204" pitchFamily="34" charset="0"/>
              </a:rPr>
              <a:t>, </a:t>
            </a:r>
            <a:r>
              <a:rPr lang="pt-BR" sz="1400" b="1" dirty="0">
                <a:solidFill>
                  <a:srgbClr val="FF0000"/>
                </a:solidFill>
                <a:latin typeface="Agency FB" panose="020B0503020202020204" pitchFamily="34" charset="0"/>
              </a:rPr>
              <a:t>Y</a:t>
            </a:r>
            <a:r>
              <a:rPr lang="pt-BR" sz="1400" b="1" dirty="0">
                <a:latin typeface="Agency FB" panose="020B0503020202020204" pitchFamily="34" charset="0"/>
              </a:rPr>
              <a:t>, </a:t>
            </a:r>
            <a:r>
              <a:rPr lang="pt-BR" sz="1400" b="1" dirty="0">
                <a:solidFill>
                  <a:srgbClr val="0000FF"/>
                </a:solidFill>
                <a:latin typeface="Agency FB" panose="020B0503020202020204" pitchFamily="34" charset="0"/>
              </a:rPr>
              <a:t>Z</a:t>
            </a:r>
            <a:endParaRPr lang="en-US" sz="1400" b="1" dirty="0">
              <a:solidFill>
                <a:srgbClr val="0000FF"/>
              </a:solidFill>
              <a:latin typeface="Agency FB" panose="020B0503020202020204" pitchFamily="34" charset="0"/>
            </a:endParaRPr>
          </a:p>
        </p:txBody>
      </p:sp>
      <p:sp>
        <p:nvSpPr>
          <p:cNvPr id="61" name="Elipse 167">
            <a:extLst>
              <a:ext uri="{FF2B5EF4-FFF2-40B4-BE49-F238E27FC236}">
                <a16:creationId xmlns:a16="http://schemas.microsoft.com/office/drawing/2014/main" id="{301D9F07-D0BA-FA0E-D59B-317C8A2F6DC7}"/>
              </a:ext>
            </a:extLst>
          </p:cNvPr>
          <p:cNvSpPr/>
          <p:nvPr/>
        </p:nvSpPr>
        <p:spPr>
          <a:xfrm rot="5400000">
            <a:off x="5167325" y="997402"/>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D511B29C-B625-DF3F-0017-8D14EE89E3D3}"/>
              </a:ext>
            </a:extLst>
          </p:cNvPr>
          <p:cNvSpPr txBox="1"/>
          <p:nvPr/>
        </p:nvSpPr>
        <p:spPr>
          <a:xfrm>
            <a:off x="5051781" y="1273397"/>
            <a:ext cx="375103" cy="215444"/>
          </a:xfrm>
          <a:prstGeom prst="rect">
            <a:avLst/>
          </a:prstGeom>
          <a:solidFill>
            <a:schemeClr val="bg1"/>
          </a:solidFill>
        </p:spPr>
        <p:txBody>
          <a:bodyPr wrap="none" lIns="0" tIns="0" rIns="0" bIns="0" rtlCol="0" anchor="b">
            <a:spAutoFit/>
          </a:bodyPr>
          <a:lstStyle/>
          <a:p>
            <a:pPr algn="ctr"/>
            <a:r>
              <a:rPr lang="pt-BR" sz="1400" b="1" dirty="0">
                <a:solidFill>
                  <a:srgbClr val="00B050"/>
                </a:solidFill>
                <a:latin typeface="Agency FB" panose="020B0503020202020204" pitchFamily="34" charset="0"/>
              </a:rPr>
              <a:t>X</a:t>
            </a:r>
            <a:r>
              <a:rPr lang="pt-BR" sz="1400" b="1" dirty="0">
                <a:latin typeface="Agency FB" panose="020B0503020202020204" pitchFamily="34" charset="0"/>
              </a:rPr>
              <a:t>, 0, </a:t>
            </a:r>
            <a:r>
              <a:rPr lang="pt-BR" sz="1400" b="1" dirty="0">
                <a:solidFill>
                  <a:srgbClr val="0000FF"/>
                </a:solidFill>
                <a:latin typeface="Agency FB" panose="020B0503020202020204" pitchFamily="34" charset="0"/>
              </a:rPr>
              <a:t>Z</a:t>
            </a:r>
            <a:endParaRPr lang="en-US" sz="1400" b="1" dirty="0">
              <a:solidFill>
                <a:srgbClr val="0000FF"/>
              </a:solidFill>
              <a:latin typeface="Agency FB" panose="020B0503020202020204" pitchFamily="34" charset="0"/>
            </a:endParaRPr>
          </a:p>
        </p:txBody>
      </p:sp>
      <p:sp>
        <p:nvSpPr>
          <p:cNvPr id="63" name="Retângulo 63">
            <a:extLst>
              <a:ext uri="{FF2B5EF4-FFF2-40B4-BE49-F238E27FC236}">
                <a16:creationId xmlns:a16="http://schemas.microsoft.com/office/drawing/2014/main" id="{DE06C6FC-942D-217A-C2D9-0CD79C5AF16A}"/>
              </a:ext>
            </a:extLst>
          </p:cNvPr>
          <p:cNvSpPr/>
          <p:nvPr/>
        </p:nvSpPr>
        <p:spPr>
          <a:xfrm>
            <a:off x="7826181" y="373132"/>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 name="Retângulo 63">
            <a:extLst>
              <a:ext uri="{FF2B5EF4-FFF2-40B4-BE49-F238E27FC236}">
                <a16:creationId xmlns:a16="http://schemas.microsoft.com/office/drawing/2014/main" id="{1B39B5C4-5EDF-9290-5620-96BFFF58316A}"/>
              </a:ext>
            </a:extLst>
          </p:cNvPr>
          <p:cNvSpPr/>
          <p:nvPr/>
        </p:nvSpPr>
        <p:spPr>
          <a:xfrm>
            <a:off x="6900396" y="1169340"/>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 name="Retângulo 63">
            <a:extLst>
              <a:ext uri="{FF2B5EF4-FFF2-40B4-BE49-F238E27FC236}">
                <a16:creationId xmlns:a16="http://schemas.microsoft.com/office/drawing/2014/main" id="{A8159BB1-F97E-D17A-93EC-FA232ADD2EFF}"/>
              </a:ext>
            </a:extLst>
          </p:cNvPr>
          <p:cNvSpPr/>
          <p:nvPr/>
        </p:nvSpPr>
        <p:spPr>
          <a:xfrm>
            <a:off x="4843290" y="695753"/>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 name="Retângulo 63">
            <a:extLst>
              <a:ext uri="{FF2B5EF4-FFF2-40B4-BE49-F238E27FC236}">
                <a16:creationId xmlns:a16="http://schemas.microsoft.com/office/drawing/2014/main" id="{A6AB1206-11B5-5FDC-E6AF-57666D7EF7BE}"/>
              </a:ext>
            </a:extLst>
          </p:cNvPr>
          <p:cNvSpPr/>
          <p:nvPr/>
        </p:nvSpPr>
        <p:spPr>
          <a:xfrm>
            <a:off x="5921295" y="471"/>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 name="TextBox 66">
            <a:extLst>
              <a:ext uri="{FF2B5EF4-FFF2-40B4-BE49-F238E27FC236}">
                <a16:creationId xmlns:a16="http://schemas.microsoft.com/office/drawing/2014/main" id="{C65EDB1E-A235-1A02-19AF-08497CF6A0B9}"/>
              </a:ext>
            </a:extLst>
          </p:cNvPr>
          <p:cNvSpPr txBox="1"/>
          <p:nvPr/>
        </p:nvSpPr>
        <p:spPr>
          <a:xfrm>
            <a:off x="6128183" y="577115"/>
            <a:ext cx="378309" cy="215444"/>
          </a:xfrm>
          <a:prstGeom prst="rect">
            <a:avLst/>
          </a:prstGeom>
          <a:solidFill>
            <a:schemeClr val="bg1"/>
          </a:solidFill>
        </p:spPr>
        <p:txBody>
          <a:bodyPr wrap="none" lIns="0" tIns="0" rIns="0" bIns="0" rtlCol="0" anchor="b">
            <a:spAutoFit/>
          </a:bodyPr>
          <a:lstStyle/>
          <a:p>
            <a:pPr algn="ctr"/>
            <a:r>
              <a:rPr lang="pt-BR" sz="1400" b="1" dirty="0">
                <a:latin typeface="Agency FB" panose="020B0503020202020204" pitchFamily="34" charset="0"/>
              </a:rPr>
              <a:t>0, 0, </a:t>
            </a:r>
            <a:r>
              <a:rPr lang="pt-BR" sz="1400" b="1" dirty="0">
                <a:solidFill>
                  <a:srgbClr val="0000FF"/>
                </a:solidFill>
                <a:latin typeface="Agency FB" panose="020B0503020202020204" pitchFamily="34" charset="0"/>
              </a:rPr>
              <a:t>Z</a:t>
            </a:r>
            <a:endParaRPr lang="en-US" sz="1400" b="1" dirty="0">
              <a:solidFill>
                <a:srgbClr val="0000FF"/>
              </a:solidFill>
              <a:latin typeface="Agency FB" panose="020B0503020202020204" pitchFamily="34" charset="0"/>
            </a:endParaRPr>
          </a:p>
        </p:txBody>
      </p:sp>
      <p:grpSp>
        <p:nvGrpSpPr>
          <p:cNvPr id="70" name="Group 69">
            <a:extLst>
              <a:ext uri="{FF2B5EF4-FFF2-40B4-BE49-F238E27FC236}">
                <a16:creationId xmlns:a16="http://schemas.microsoft.com/office/drawing/2014/main" id="{B0F49A43-EF2E-3757-B027-175D2FDE8E34}"/>
              </a:ext>
            </a:extLst>
          </p:cNvPr>
          <p:cNvGrpSpPr/>
          <p:nvPr/>
        </p:nvGrpSpPr>
        <p:grpSpPr>
          <a:xfrm>
            <a:off x="5023310" y="2255051"/>
            <a:ext cx="1224136" cy="1224136"/>
            <a:chOff x="2051720" y="3933056"/>
            <a:chExt cx="792088" cy="792088"/>
          </a:xfrm>
        </p:grpSpPr>
        <p:sp>
          <p:nvSpPr>
            <p:cNvPr id="71" name="Retângulo 63">
              <a:extLst>
                <a:ext uri="{FF2B5EF4-FFF2-40B4-BE49-F238E27FC236}">
                  <a16:creationId xmlns:a16="http://schemas.microsoft.com/office/drawing/2014/main" id="{C165861F-4BDF-781D-B8A0-F03C19A23003}"/>
                </a:ext>
              </a:extLst>
            </p:cNvPr>
            <p:cNvSpPr/>
            <p:nvPr/>
          </p:nvSpPr>
          <p:spPr>
            <a:xfrm>
              <a:off x="2051720" y="3933056"/>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 name="Elipse 167">
              <a:extLst>
                <a:ext uri="{FF2B5EF4-FFF2-40B4-BE49-F238E27FC236}">
                  <a16:creationId xmlns:a16="http://schemas.microsoft.com/office/drawing/2014/main" id="{DAECCC48-2D29-41FF-672B-5DD2FB3960E2}"/>
                </a:ext>
              </a:extLst>
            </p:cNvPr>
            <p:cNvSpPr/>
            <p:nvPr/>
          </p:nvSpPr>
          <p:spPr>
            <a:xfrm rot="5400000">
              <a:off x="2375755" y="4234705"/>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68A54773-55AB-7C2C-857F-125A9C9289F3}"/>
                </a:ext>
              </a:extLst>
            </p:cNvPr>
            <p:cNvSpPr txBox="1"/>
            <p:nvPr/>
          </p:nvSpPr>
          <p:spPr>
            <a:xfrm>
              <a:off x="2232536" y="4478923"/>
              <a:ext cx="430454" cy="238980"/>
            </a:xfrm>
            <a:prstGeom prst="rect">
              <a:avLst/>
            </a:prstGeom>
            <a:solidFill>
              <a:schemeClr val="bg1"/>
            </a:solidFill>
          </p:spPr>
          <p:txBody>
            <a:bodyPr wrap="none" lIns="0" tIns="0" rIns="0" bIns="0" rtlCol="0">
              <a:spAutoFit/>
            </a:bodyPr>
            <a:lstStyle/>
            <a:p>
              <a:pPr algn="ctr"/>
              <a:r>
                <a:rPr lang="pt-BR" sz="2400" b="1" dirty="0">
                  <a:solidFill>
                    <a:srgbClr val="00B050"/>
                  </a:solidFill>
                  <a:latin typeface="Agency FB" panose="020B0503020202020204" pitchFamily="34" charset="0"/>
                </a:rPr>
                <a:t>X</a:t>
              </a:r>
              <a:r>
                <a:rPr lang="pt-BR" sz="2400" b="1" dirty="0">
                  <a:latin typeface="Agency FB" panose="020B0503020202020204" pitchFamily="34" charset="0"/>
                </a:rPr>
                <a:t>, 0, 0</a:t>
              </a:r>
              <a:endParaRPr lang="en-US" sz="2400" b="1" dirty="0">
                <a:latin typeface="Agency FB" panose="020B0503020202020204" pitchFamily="34" charset="0"/>
              </a:endParaRPr>
            </a:p>
          </p:txBody>
        </p:sp>
      </p:grpSp>
      <p:sp>
        <p:nvSpPr>
          <p:cNvPr id="74" name="Elipse 167">
            <a:extLst>
              <a:ext uri="{FF2B5EF4-FFF2-40B4-BE49-F238E27FC236}">
                <a16:creationId xmlns:a16="http://schemas.microsoft.com/office/drawing/2014/main" id="{5D4612CE-D347-0A3E-2A52-73B96F76D017}"/>
              </a:ext>
            </a:extLst>
          </p:cNvPr>
          <p:cNvSpPr/>
          <p:nvPr/>
        </p:nvSpPr>
        <p:spPr>
          <a:xfrm rot="5400000">
            <a:off x="6482920" y="4762490"/>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41292716-B028-EA65-7519-488FC0969657}"/>
              </a:ext>
            </a:extLst>
          </p:cNvPr>
          <p:cNvSpPr txBox="1"/>
          <p:nvPr/>
        </p:nvSpPr>
        <p:spPr>
          <a:xfrm>
            <a:off x="6367376" y="5038485"/>
            <a:ext cx="375103" cy="215444"/>
          </a:xfrm>
          <a:prstGeom prst="rect">
            <a:avLst/>
          </a:prstGeom>
          <a:solidFill>
            <a:schemeClr val="bg1"/>
          </a:solidFill>
        </p:spPr>
        <p:txBody>
          <a:bodyPr wrap="none" lIns="0" tIns="0" rIns="0" bIns="0" rtlCol="0" anchor="b">
            <a:spAutoFit/>
          </a:bodyPr>
          <a:lstStyle/>
          <a:p>
            <a:pPr algn="ctr"/>
            <a:r>
              <a:rPr lang="pt-BR" sz="1400" b="1" dirty="0">
                <a:solidFill>
                  <a:srgbClr val="00B050"/>
                </a:solidFill>
                <a:latin typeface="Agency FB" panose="020B0503020202020204" pitchFamily="34" charset="0"/>
              </a:rPr>
              <a:t>X</a:t>
            </a:r>
            <a:r>
              <a:rPr lang="pt-BR" sz="1400" b="1" dirty="0">
                <a:latin typeface="Agency FB" panose="020B0503020202020204" pitchFamily="34" charset="0"/>
              </a:rPr>
              <a:t>, 0, </a:t>
            </a:r>
            <a:r>
              <a:rPr lang="pt-BR" sz="1400" b="1" dirty="0">
                <a:solidFill>
                  <a:srgbClr val="0000FF"/>
                </a:solidFill>
                <a:latin typeface="Agency FB" panose="020B0503020202020204" pitchFamily="34" charset="0"/>
              </a:rPr>
              <a:t>Z</a:t>
            </a:r>
            <a:endParaRPr lang="en-US" sz="1400" b="1" dirty="0">
              <a:solidFill>
                <a:srgbClr val="0000FF"/>
              </a:solidFill>
              <a:latin typeface="Agency FB" panose="020B0503020202020204" pitchFamily="34" charset="0"/>
            </a:endParaRPr>
          </a:p>
        </p:txBody>
      </p:sp>
      <p:sp>
        <p:nvSpPr>
          <p:cNvPr id="76" name="Retângulo 63">
            <a:extLst>
              <a:ext uri="{FF2B5EF4-FFF2-40B4-BE49-F238E27FC236}">
                <a16:creationId xmlns:a16="http://schemas.microsoft.com/office/drawing/2014/main" id="{EA5CFA96-9FFB-942B-363C-3B9E113C0A2B}"/>
              </a:ext>
            </a:extLst>
          </p:cNvPr>
          <p:cNvSpPr/>
          <p:nvPr/>
        </p:nvSpPr>
        <p:spPr>
          <a:xfrm>
            <a:off x="6158885" y="4460841"/>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77" name="Group 76">
            <a:extLst>
              <a:ext uri="{FF2B5EF4-FFF2-40B4-BE49-F238E27FC236}">
                <a16:creationId xmlns:a16="http://schemas.microsoft.com/office/drawing/2014/main" id="{86A02E7F-28EC-AB21-E397-D8EB24E67084}"/>
              </a:ext>
            </a:extLst>
          </p:cNvPr>
          <p:cNvGrpSpPr/>
          <p:nvPr/>
        </p:nvGrpSpPr>
        <p:grpSpPr>
          <a:xfrm>
            <a:off x="5237260" y="6149840"/>
            <a:ext cx="792088" cy="792088"/>
            <a:chOff x="4132064" y="2511638"/>
            <a:chExt cx="792088" cy="792088"/>
          </a:xfrm>
        </p:grpSpPr>
        <p:sp>
          <p:nvSpPr>
            <p:cNvPr id="78" name="Retângulo 63">
              <a:extLst>
                <a:ext uri="{FF2B5EF4-FFF2-40B4-BE49-F238E27FC236}">
                  <a16:creationId xmlns:a16="http://schemas.microsoft.com/office/drawing/2014/main" id="{B71A5201-6EAC-BC43-082D-230A70113B59}"/>
                </a:ext>
              </a:extLst>
            </p:cNvPr>
            <p:cNvSpPr/>
            <p:nvPr/>
          </p:nvSpPr>
          <p:spPr>
            <a:xfrm>
              <a:off x="4132064" y="2511638"/>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 name="Elipse 167">
              <a:extLst>
                <a:ext uri="{FF2B5EF4-FFF2-40B4-BE49-F238E27FC236}">
                  <a16:creationId xmlns:a16="http://schemas.microsoft.com/office/drawing/2014/main" id="{900B7B16-440F-E499-446C-D34A46E342FC}"/>
                </a:ext>
              </a:extLst>
            </p:cNvPr>
            <p:cNvSpPr/>
            <p:nvPr/>
          </p:nvSpPr>
          <p:spPr>
            <a:xfrm rot="5400000">
              <a:off x="4456099" y="2813287"/>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E3642EA0-A63D-CC15-A0FC-6B6114C83E29}"/>
                </a:ext>
              </a:extLst>
            </p:cNvPr>
            <p:cNvSpPr txBox="1"/>
            <p:nvPr/>
          </p:nvSpPr>
          <p:spPr>
            <a:xfrm>
              <a:off x="4253195" y="2980561"/>
              <a:ext cx="549831" cy="323165"/>
            </a:xfrm>
            <a:prstGeom prst="rect">
              <a:avLst/>
            </a:prstGeom>
            <a:solidFill>
              <a:schemeClr val="bg1"/>
            </a:solidFill>
          </p:spPr>
          <p:txBody>
            <a:bodyPr wrap="none" lIns="0" tIns="0" rIns="0" bIns="0" rtlCol="0" anchor="b">
              <a:spAutoFit/>
            </a:bodyPr>
            <a:lstStyle/>
            <a:p>
              <a:pPr algn="ctr"/>
              <a:r>
                <a:rPr lang="pt-BR" sz="1050" b="1" dirty="0">
                  <a:latin typeface="Agency FB" panose="020B0503020202020204" pitchFamily="34" charset="0"/>
                </a:rPr>
                <a:t>OVER THE </a:t>
              </a:r>
            </a:p>
            <a:p>
              <a:pPr algn="ctr"/>
              <a:r>
                <a:rPr lang="pt-BR" sz="1050" b="1" dirty="0">
                  <a:latin typeface="Agency FB" panose="020B0503020202020204" pitchFamily="34" charset="0"/>
                </a:rPr>
                <a:t>GREEN TAPE</a:t>
              </a:r>
              <a:endParaRPr lang="en-US" sz="1050" b="1" dirty="0">
                <a:latin typeface="Agency FB" panose="020B0503020202020204" pitchFamily="34" charset="0"/>
              </a:endParaRPr>
            </a:p>
          </p:txBody>
        </p:sp>
      </p:grpSp>
      <p:sp>
        <p:nvSpPr>
          <p:cNvPr id="81" name="Elipse 167">
            <a:extLst>
              <a:ext uri="{FF2B5EF4-FFF2-40B4-BE49-F238E27FC236}">
                <a16:creationId xmlns:a16="http://schemas.microsoft.com/office/drawing/2014/main" id="{9554024B-670F-5FBA-FA66-2363A640B097}"/>
              </a:ext>
            </a:extLst>
          </p:cNvPr>
          <p:cNvSpPr/>
          <p:nvPr/>
        </p:nvSpPr>
        <p:spPr>
          <a:xfrm rot="5400000">
            <a:off x="5427997" y="5251728"/>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683D5D99-0F6E-21EC-1333-9F72660270F0}"/>
              </a:ext>
            </a:extLst>
          </p:cNvPr>
          <p:cNvSpPr txBox="1"/>
          <p:nvPr/>
        </p:nvSpPr>
        <p:spPr>
          <a:xfrm>
            <a:off x="5265967" y="4950541"/>
            <a:ext cx="468077" cy="276999"/>
          </a:xfrm>
          <a:prstGeom prst="rect">
            <a:avLst/>
          </a:prstGeom>
          <a:solidFill>
            <a:schemeClr val="bg1"/>
          </a:solidFill>
        </p:spPr>
        <p:txBody>
          <a:bodyPr wrap="none" lIns="0" tIns="0" rIns="0" bIns="0" rtlCol="0">
            <a:spAutoFit/>
          </a:bodyPr>
          <a:lstStyle/>
          <a:p>
            <a:pPr algn="ctr"/>
            <a:r>
              <a:rPr lang="pt-BR" sz="900" b="1" dirty="0">
                <a:latin typeface="Agency FB" panose="020B0503020202020204" pitchFamily="34" charset="0"/>
              </a:rPr>
              <a:t>OVER THE</a:t>
            </a:r>
          </a:p>
          <a:p>
            <a:pPr algn="ctr"/>
            <a:r>
              <a:rPr lang="pt-BR" sz="900" b="1" dirty="0">
                <a:latin typeface="Agency FB" panose="020B0503020202020204" pitchFamily="34" charset="0"/>
              </a:rPr>
              <a:t>GREEN TAPE</a:t>
            </a:r>
            <a:endParaRPr lang="en-US" sz="900" b="1" dirty="0">
              <a:latin typeface="Agency FB" panose="020B0503020202020204" pitchFamily="34" charset="0"/>
            </a:endParaRPr>
          </a:p>
        </p:txBody>
      </p:sp>
      <p:sp>
        <p:nvSpPr>
          <p:cNvPr id="83" name="Retângulo 63">
            <a:extLst>
              <a:ext uri="{FF2B5EF4-FFF2-40B4-BE49-F238E27FC236}">
                <a16:creationId xmlns:a16="http://schemas.microsoft.com/office/drawing/2014/main" id="{E93D80A9-82DC-8994-D88B-D9990D6B9F7C}"/>
              </a:ext>
            </a:extLst>
          </p:cNvPr>
          <p:cNvSpPr/>
          <p:nvPr/>
        </p:nvSpPr>
        <p:spPr>
          <a:xfrm>
            <a:off x="5103962" y="4950079"/>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 name="TextBox 83">
            <a:extLst>
              <a:ext uri="{FF2B5EF4-FFF2-40B4-BE49-F238E27FC236}">
                <a16:creationId xmlns:a16="http://schemas.microsoft.com/office/drawing/2014/main" id="{4944CD5C-B10C-9FDD-DF5C-51BD29F283DB}"/>
              </a:ext>
            </a:extLst>
          </p:cNvPr>
          <p:cNvSpPr txBox="1"/>
          <p:nvPr/>
        </p:nvSpPr>
        <p:spPr>
          <a:xfrm>
            <a:off x="5310850" y="5526723"/>
            <a:ext cx="378309" cy="215444"/>
          </a:xfrm>
          <a:prstGeom prst="rect">
            <a:avLst/>
          </a:prstGeom>
          <a:solidFill>
            <a:schemeClr val="bg1"/>
          </a:solidFill>
        </p:spPr>
        <p:txBody>
          <a:bodyPr wrap="none" lIns="0" tIns="0" rIns="0" bIns="0" rtlCol="0" anchor="b">
            <a:spAutoFit/>
          </a:bodyPr>
          <a:lstStyle/>
          <a:p>
            <a:pPr algn="ctr"/>
            <a:r>
              <a:rPr lang="pt-BR" sz="1400" b="1" dirty="0">
                <a:latin typeface="Agency FB" panose="020B0503020202020204" pitchFamily="34" charset="0"/>
              </a:rPr>
              <a:t>0, 0, </a:t>
            </a:r>
            <a:r>
              <a:rPr lang="pt-BR" sz="1400" b="1" dirty="0">
                <a:solidFill>
                  <a:srgbClr val="0000FF"/>
                </a:solidFill>
                <a:latin typeface="Agency FB" panose="020B0503020202020204" pitchFamily="34" charset="0"/>
              </a:rPr>
              <a:t>Z</a:t>
            </a:r>
            <a:endParaRPr lang="en-US" sz="1400" b="1" dirty="0">
              <a:solidFill>
                <a:srgbClr val="0000FF"/>
              </a:solidFill>
              <a:latin typeface="Agency FB" panose="020B0503020202020204" pitchFamily="34" charset="0"/>
            </a:endParaRPr>
          </a:p>
        </p:txBody>
      </p:sp>
      <p:sp>
        <p:nvSpPr>
          <p:cNvPr id="85" name="Elipse 167">
            <a:extLst>
              <a:ext uri="{FF2B5EF4-FFF2-40B4-BE49-F238E27FC236}">
                <a16:creationId xmlns:a16="http://schemas.microsoft.com/office/drawing/2014/main" id="{1D8E6FFF-4D20-4BB6-7A53-E0B070F8AC6D}"/>
              </a:ext>
            </a:extLst>
          </p:cNvPr>
          <p:cNvSpPr/>
          <p:nvPr/>
        </p:nvSpPr>
        <p:spPr>
          <a:xfrm rot="5400000">
            <a:off x="4492097" y="4548046"/>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86" name="TextBox 85">
            <a:extLst>
              <a:ext uri="{FF2B5EF4-FFF2-40B4-BE49-F238E27FC236}">
                <a16:creationId xmlns:a16="http://schemas.microsoft.com/office/drawing/2014/main" id="{72A3724B-861C-73E9-A5ED-23A415F7C38F}"/>
              </a:ext>
            </a:extLst>
          </p:cNvPr>
          <p:cNvSpPr txBox="1"/>
          <p:nvPr/>
        </p:nvSpPr>
        <p:spPr>
          <a:xfrm>
            <a:off x="4377355" y="4823041"/>
            <a:ext cx="373499" cy="215444"/>
          </a:xfrm>
          <a:prstGeom prst="rect">
            <a:avLst/>
          </a:prstGeom>
          <a:solidFill>
            <a:schemeClr val="bg1"/>
          </a:solidFill>
        </p:spPr>
        <p:txBody>
          <a:bodyPr wrap="none" lIns="0" tIns="0" rIns="0" bIns="0" rtlCol="0" anchor="b">
            <a:spAutoFit/>
          </a:bodyPr>
          <a:lstStyle/>
          <a:p>
            <a:pPr algn="ctr"/>
            <a:r>
              <a:rPr lang="pt-BR" sz="1400" b="1" dirty="0">
                <a:latin typeface="Agency FB" panose="020B0503020202020204" pitchFamily="34" charset="0"/>
              </a:rPr>
              <a:t>0, </a:t>
            </a:r>
            <a:r>
              <a:rPr lang="pt-BR" sz="1400" b="1" dirty="0">
                <a:solidFill>
                  <a:srgbClr val="FF0000"/>
                </a:solidFill>
                <a:latin typeface="Agency FB" panose="020B0503020202020204" pitchFamily="34" charset="0"/>
              </a:rPr>
              <a:t>Y</a:t>
            </a:r>
            <a:r>
              <a:rPr lang="pt-BR" sz="1400" b="1" dirty="0">
                <a:latin typeface="Agency FB" panose="020B0503020202020204" pitchFamily="34" charset="0"/>
              </a:rPr>
              <a:t>, </a:t>
            </a:r>
            <a:r>
              <a:rPr lang="pt-BR" sz="1400" b="1" dirty="0">
                <a:solidFill>
                  <a:srgbClr val="0000FF"/>
                </a:solidFill>
                <a:latin typeface="Agency FB" panose="020B0503020202020204" pitchFamily="34" charset="0"/>
              </a:rPr>
              <a:t>Z</a:t>
            </a:r>
            <a:endParaRPr lang="en-US" sz="1400" b="1" dirty="0">
              <a:solidFill>
                <a:srgbClr val="0000FF"/>
              </a:solidFill>
              <a:latin typeface="Agency FB" panose="020B0503020202020204" pitchFamily="34" charset="0"/>
            </a:endParaRPr>
          </a:p>
        </p:txBody>
      </p:sp>
      <p:sp>
        <p:nvSpPr>
          <p:cNvPr id="87" name="Retângulo 63">
            <a:extLst>
              <a:ext uri="{FF2B5EF4-FFF2-40B4-BE49-F238E27FC236}">
                <a16:creationId xmlns:a16="http://schemas.microsoft.com/office/drawing/2014/main" id="{A9D94DCD-2FF0-C5B7-AD3B-937A4CB3BD32}"/>
              </a:ext>
            </a:extLst>
          </p:cNvPr>
          <p:cNvSpPr/>
          <p:nvPr/>
        </p:nvSpPr>
        <p:spPr>
          <a:xfrm>
            <a:off x="4168062" y="4246397"/>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88" name="Group 87">
            <a:extLst>
              <a:ext uri="{FF2B5EF4-FFF2-40B4-BE49-F238E27FC236}">
                <a16:creationId xmlns:a16="http://schemas.microsoft.com/office/drawing/2014/main" id="{0DC70BDB-3A25-B617-2A27-2F4E62E029DB}"/>
              </a:ext>
            </a:extLst>
          </p:cNvPr>
          <p:cNvGrpSpPr/>
          <p:nvPr/>
        </p:nvGrpSpPr>
        <p:grpSpPr>
          <a:xfrm>
            <a:off x="4099067" y="5268706"/>
            <a:ext cx="1152376" cy="1152376"/>
            <a:chOff x="6861187" y="2456768"/>
            <a:chExt cx="792088" cy="792088"/>
          </a:xfrm>
        </p:grpSpPr>
        <p:sp>
          <p:nvSpPr>
            <p:cNvPr id="89" name="Retângulo 63">
              <a:extLst>
                <a:ext uri="{FF2B5EF4-FFF2-40B4-BE49-F238E27FC236}">
                  <a16:creationId xmlns:a16="http://schemas.microsoft.com/office/drawing/2014/main" id="{2EF85A9C-557E-779F-6A31-344982F0ACC0}"/>
                </a:ext>
              </a:extLst>
            </p:cNvPr>
            <p:cNvSpPr/>
            <p:nvPr/>
          </p:nvSpPr>
          <p:spPr>
            <a:xfrm>
              <a:off x="6861187" y="2456768"/>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 name="Elipse 167">
              <a:extLst>
                <a:ext uri="{FF2B5EF4-FFF2-40B4-BE49-F238E27FC236}">
                  <a16:creationId xmlns:a16="http://schemas.microsoft.com/office/drawing/2014/main" id="{BE790977-DEA1-9A8B-C8AB-3BD2941CCD90}"/>
                </a:ext>
              </a:extLst>
            </p:cNvPr>
            <p:cNvSpPr/>
            <p:nvPr/>
          </p:nvSpPr>
          <p:spPr>
            <a:xfrm rot="5400000">
              <a:off x="7185222" y="2758417"/>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0F7FD0FE-02F2-FBD8-27E7-27D7FB45516B}"/>
                </a:ext>
              </a:extLst>
            </p:cNvPr>
            <p:cNvSpPr txBox="1"/>
            <p:nvPr/>
          </p:nvSpPr>
          <p:spPr>
            <a:xfrm>
              <a:off x="7067545" y="3002635"/>
              <a:ext cx="380131" cy="211551"/>
            </a:xfrm>
            <a:prstGeom prst="rect">
              <a:avLst/>
            </a:prstGeom>
            <a:solidFill>
              <a:schemeClr val="bg1"/>
            </a:solidFill>
          </p:spPr>
          <p:txBody>
            <a:bodyPr wrap="none" lIns="0" tIns="0" rIns="0" bIns="0" rtlCol="0">
              <a:spAutoFit/>
            </a:bodyPr>
            <a:lstStyle/>
            <a:p>
              <a:pPr algn="ctr"/>
              <a:r>
                <a:rPr lang="pt-BR" sz="2000" b="1" dirty="0">
                  <a:latin typeface="Agency FB" panose="020B0503020202020204" pitchFamily="34" charset="0"/>
                </a:rPr>
                <a:t>0, </a:t>
              </a:r>
              <a:r>
                <a:rPr lang="pt-BR" sz="2000" b="1" dirty="0">
                  <a:solidFill>
                    <a:srgbClr val="FF0000"/>
                  </a:solidFill>
                  <a:latin typeface="Agency FB" panose="020B0503020202020204" pitchFamily="34" charset="0"/>
                </a:rPr>
                <a:t>Y</a:t>
              </a:r>
              <a:r>
                <a:rPr lang="pt-BR" sz="2000" b="1" dirty="0">
                  <a:latin typeface="Agency FB" panose="020B0503020202020204" pitchFamily="34" charset="0"/>
                </a:rPr>
                <a:t>, 0</a:t>
              </a:r>
              <a:endParaRPr lang="en-US" sz="2000" b="1" dirty="0">
                <a:latin typeface="Agency FB" panose="020B0503020202020204" pitchFamily="34" charset="0"/>
              </a:endParaRPr>
            </a:p>
          </p:txBody>
        </p:sp>
      </p:grpSp>
      <p:sp>
        <p:nvSpPr>
          <p:cNvPr id="92" name="Elipse 167">
            <a:extLst>
              <a:ext uri="{FF2B5EF4-FFF2-40B4-BE49-F238E27FC236}">
                <a16:creationId xmlns:a16="http://schemas.microsoft.com/office/drawing/2014/main" id="{4CEDD60A-0039-1D4C-D24B-E0F059999DBE}"/>
              </a:ext>
            </a:extLst>
          </p:cNvPr>
          <p:cNvSpPr/>
          <p:nvPr/>
        </p:nvSpPr>
        <p:spPr>
          <a:xfrm rot="5400000">
            <a:off x="5538731" y="4178387"/>
            <a:ext cx="144016" cy="144016"/>
          </a:xfrm>
          <a:prstGeom prst="ellipse">
            <a:avLst/>
          </a:prstGeom>
          <a:solidFill>
            <a:srgbClr val="FFFFCC"/>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93" name="TextBox 92">
            <a:extLst>
              <a:ext uri="{FF2B5EF4-FFF2-40B4-BE49-F238E27FC236}">
                <a16:creationId xmlns:a16="http://schemas.microsoft.com/office/drawing/2014/main" id="{564C1C67-0AE9-C15A-476E-6E2DE48910DA}"/>
              </a:ext>
            </a:extLst>
          </p:cNvPr>
          <p:cNvSpPr txBox="1"/>
          <p:nvPr/>
        </p:nvSpPr>
        <p:spPr>
          <a:xfrm>
            <a:off x="5425592" y="4453382"/>
            <a:ext cx="370294" cy="215444"/>
          </a:xfrm>
          <a:prstGeom prst="rect">
            <a:avLst/>
          </a:prstGeom>
          <a:solidFill>
            <a:schemeClr val="bg1"/>
          </a:solidFill>
        </p:spPr>
        <p:txBody>
          <a:bodyPr wrap="none" lIns="0" tIns="0" rIns="0" bIns="0" rtlCol="0" anchor="b">
            <a:spAutoFit/>
          </a:bodyPr>
          <a:lstStyle/>
          <a:p>
            <a:pPr algn="ctr"/>
            <a:r>
              <a:rPr lang="pt-BR" sz="1400" b="1" dirty="0">
                <a:solidFill>
                  <a:srgbClr val="00B050"/>
                </a:solidFill>
                <a:latin typeface="Agency FB" panose="020B0503020202020204" pitchFamily="34" charset="0"/>
              </a:rPr>
              <a:t>X</a:t>
            </a:r>
            <a:r>
              <a:rPr lang="pt-BR" sz="1400" b="1" dirty="0">
                <a:latin typeface="Agency FB" panose="020B0503020202020204" pitchFamily="34" charset="0"/>
              </a:rPr>
              <a:t>, </a:t>
            </a:r>
            <a:r>
              <a:rPr lang="pt-BR" sz="1400" b="1" dirty="0">
                <a:solidFill>
                  <a:srgbClr val="FF0000"/>
                </a:solidFill>
                <a:latin typeface="Agency FB" panose="020B0503020202020204" pitchFamily="34" charset="0"/>
              </a:rPr>
              <a:t>Y</a:t>
            </a:r>
            <a:r>
              <a:rPr lang="pt-BR" sz="1400" b="1" dirty="0">
                <a:latin typeface="Agency FB" panose="020B0503020202020204" pitchFamily="34" charset="0"/>
              </a:rPr>
              <a:t>, </a:t>
            </a:r>
            <a:r>
              <a:rPr lang="pt-BR" sz="1400" b="1" dirty="0">
                <a:solidFill>
                  <a:srgbClr val="0000FF"/>
                </a:solidFill>
                <a:latin typeface="Agency FB" panose="020B0503020202020204" pitchFamily="34" charset="0"/>
              </a:rPr>
              <a:t>Z</a:t>
            </a:r>
            <a:endParaRPr lang="en-US" sz="1400" b="1" dirty="0">
              <a:solidFill>
                <a:srgbClr val="0000FF"/>
              </a:solidFill>
              <a:latin typeface="Agency FB" panose="020B0503020202020204" pitchFamily="34" charset="0"/>
            </a:endParaRPr>
          </a:p>
        </p:txBody>
      </p:sp>
      <p:sp>
        <p:nvSpPr>
          <p:cNvPr id="94" name="Retângulo 63">
            <a:extLst>
              <a:ext uri="{FF2B5EF4-FFF2-40B4-BE49-F238E27FC236}">
                <a16:creationId xmlns:a16="http://schemas.microsoft.com/office/drawing/2014/main" id="{09F1DFD4-DA01-CBAC-2206-A365A75BA1FC}"/>
              </a:ext>
            </a:extLst>
          </p:cNvPr>
          <p:cNvSpPr/>
          <p:nvPr/>
        </p:nvSpPr>
        <p:spPr>
          <a:xfrm>
            <a:off x="5214696" y="3876738"/>
            <a:ext cx="792088" cy="792088"/>
          </a:xfrm>
          <a:prstGeom prst="rect">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96" name="Straight Arrow Connector 95">
            <a:extLst>
              <a:ext uri="{FF2B5EF4-FFF2-40B4-BE49-F238E27FC236}">
                <a16:creationId xmlns:a16="http://schemas.microsoft.com/office/drawing/2014/main" id="{A5CFF4D1-4963-989C-7D5E-039EBD7BBF74}"/>
              </a:ext>
            </a:extLst>
          </p:cNvPr>
          <p:cNvCxnSpPr>
            <a:cxnSpLocks/>
            <a:stCxn id="79" idx="0"/>
          </p:cNvCxnSpPr>
          <p:nvPr/>
        </p:nvCxnSpPr>
        <p:spPr>
          <a:xfrm flipV="1">
            <a:off x="5705311" y="6199811"/>
            <a:ext cx="574427" cy="323686"/>
          </a:xfrm>
          <a:prstGeom prst="straightConnector1">
            <a:avLst/>
          </a:prstGeom>
          <a:ln w="76200">
            <a:solidFill>
              <a:srgbClr val="00FF00"/>
            </a:solidFill>
            <a:tailEnd type="triangle"/>
          </a:ln>
        </p:spPr>
        <p:style>
          <a:lnRef idx="3">
            <a:schemeClr val="accent3"/>
          </a:lnRef>
          <a:fillRef idx="0">
            <a:schemeClr val="accent3"/>
          </a:fillRef>
          <a:effectRef idx="2">
            <a:schemeClr val="accent3"/>
          </a:effectRef>
          <a:fontRef idx="minor">
            <a:schemeClr val="tx1"/>
          </a:fontRef>
        </p:style>
      </p:cxnSp>
      <p:cxnSp>
        <p:nvCxnSpPr>
          <p:cNvPr id="97" name="Straight Arrow Connector 96">
            <a:extLst>
              <a:ext uri="{FF2B5EF4-FFF2-40B4-BE49-F238E27FC236}">
                <a16:creationId xmlns:a16="http://schemas.microsoft.com/office/drawing/2014/main" id="{2A881EC5-23DF-C764-EE66-4EE2A466C0BC}"/>
              </a:ext>
            </a:extLst>
          </p:cNvPr>
          <p:cNvCxnSpPr>
            <a:cxnSpLocks/>
          </p:cNvCxnSpPr>
          <p:nvPr/>
        </p:nvCxnSpPr>
        <p:spPr>
          <a:xfrm flipH="1">
            <a:off x="4768269" y="2923492"/>
            <a:ext cx="766825" cy="605383"/>
          </a:xfrm>
          <a:prstGeom prst="straightConnector1">
            <a:avLst/>
          </a:prstGeom>
          <a:ln w="76200">
            <a:solidFill>
              <a:srgbClr val="00FF00"/>
            </a:solidFill>
            <a:tailEnd type="triangle"/>
          </a:ln>
        </p:spPr>
        <p:style>
          <a:lnRef idx="3">
            <a:schemeClr val="accent3"/>
          </a:lnRef>
          <a:fillRef idx="0">
            <a:schemeClr val="accent3"/>
          </a:fillRef>
          <a:effectRef idx="2">
            <a:schemeClr val="accent3"/>
          </a:effectRef>
          <a:fontRef idx="minor">
            <a:schemeClr val="tx1"/>
          </a:fontRef>
        </p:style>
      </p:cxnSp>
      <p:cxnSp>
        <p:nvCxnSpPr>
          <p:cNvPr id="99" name="Straight Arrow Connector 98">
            <a:extLst>
              <a:ext uri="{FF2B5EF4-FFF2-40B4-BE49-F238E27FC236}">
                <a16:creationId xmlns:a16="http://schemas.microsoft.com/office/drawing/2014/main" id="{54776A80-BE53-2879-559E-77E6A33CEE53}"/>
              </a:ext>
            </a:extLst>
          </p:cNvPr>
          <p:cNvCxnSpPr>
            <a:cxnSpLocks/>
            <a:stCxn id="45" idx="0"/>
          </p:cNvCxnSpPr>
          <p:nvPr/>
        </p:nvCxnSpPr>
        <p:spPr>
          <a:xfrm>
            <a:off x="8565316" y="2427067"/>
            <a:ext cx="518783" cy="250540"/>
          </a:xfrm>
          <a:prstGeom prst="straightConnector1">
            <a:avLst/>
          </a:prstGeom>
          <a:ln w="76200">
            <a:solidFill>
              <a:srgbClr val="FF0000"/>
            </a:solidFill>
            <a:tailEnd type="triangle"/>
          </a:ln>
        </p:spPr>
        <p:style>
          <a:lnRef idx="3">
            <a:schemeClr val="accent3"/>
          </a:lnRef>
          <a:fillRef idx="0">
            <a:schemeClr val="accent3"/>
          </a:fillRef>
          <a:effectRef idx="2">
            <a:schemeClr val="accent3"/>
          </a:effectRef>
          <a:fontRef idx="minor">
            <a:schemeClr val="tx1"/>
          </a:fontRef>
        </p:style>
      </p:cxnSp>
      <p:cxnSp>
        <p:nvCxnSpPr>
          <p:cNvPr id="102" name="Straight Arrow Connector 101">
            <a:extLst>
              <a:ext uri="{FF2B5EF4-FFF2-40B4-BE49-F238E27FC236}">
                <a16:creationId xmlns:a16="http://schemas.microsoft.com/office/drawing/2014/main" id="{93E4AEA3-4B5A-EBD4-6170-B6B3EC217734}"/>
              </a:ext>
            </a:extLst>
          </p:cNvPr>
          <p:cNvCxnSpPr>
            <a:cxnSpLocks/>
            <a:stCxn id="79" idx="4"/>
          </p:cNvCxnSpPr>
          <p:nvPr/>
        </p:nvCxnSpPr>
        <p:spPr>
          <a:xfrm flipH="1" flipV="1">
            <a:off x="5136559" y="6123124"/>
            <a:ext cx="424736" cy="400373"/>
          </a:xfrm>
          <a:prstGeom prst="straightConnector1">
            <a:avLst/>
          </a:prstGeom>
          <a:ln w="76200">
            <a:solidFill>
              <a:srgbClr val="FF0000"/>
            </a:solidFill>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437704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DF080-C264-4F60-FA16-D4758BEFBCD4}"/>
            </a:ext>
          </a:extLst>
        </p:cNvPr>
        <p:cNvGrpSpPr/>
        <p:nvPr/>
      </p:nvGrpSpPr>
      <p:grpSpPr>
        <a:xfrm>
          <a:off x="0" y="0"/>
          <a:ext cx="0" cy="0"/>
          <a:chOff x="0" y="0"/>
          <a:chExt cx="0" cy="0"/>
        </a:xfrm>
      </p:grpSpPr>
      <p:pic>
        <p:nvPicPr>
          <p:cNvPr id="30" name="Picture 29">
            <a:extLst>
              <a:ext uri="{FF2B5EF4-FFF2-40B4-BE49-F238E27FC236}">
                <a16:creationId xmlns:a16="http://schemas.microsoft.com/office/drawing/2014/main" id="{AB076C43-D173-3A31-A6EC-A6587925B10D}"/>
              </a:ext>
            </a:extLst>
          </p:cNvPr>
          <p:cNvPicPr>
            <a:picLocks noChangeAspect="1"/>
          </p:cNvPicPr>
          <p:nvPr/>
        </p:nvPicPr>
        <p:blipFill>
          <a:blip r:embed="rId2"/>
          <a:stretch>
            <a:fillRect/>
          </a:stretch>
        </p:blipFill>
        <p:spPr>
          <a:xfrm>
            <a:off x="0" y="1417449"/>
            <a:ext cx="4457597" cy="4023102"/>
          </a:xfrm>
          <a:prstGeom prst="rect">
            <a:avLst/>
          </a:prstGeom>
        </p:spPr>
      </p:pic>
    </p:spTree>
    <p:extLst>
      <p:ext uri="{BB962C8B-B14F-4D97-AF65-F5344CB8AC3E}">
        <p14:creationId xmlns:p14="http://schemas.microsoft.com/office/powerpoint/2010/main" val="1748878087"/>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15423</TotalTime>
  <Words>404</Words>
  <Application>Microsoft Office PowerPoint</Application>
  <PresentationFormat>On-screen Show (4:3)</PresentationFormat>
  <Paragraphs>45</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Agency FB</vt:lpstr>
      <vt:lpstr>Aharoni</vt:lpstr>
      <vt:lpstr>Arial</vt:lpstr>
      <vt:lpstr>Blue Highway D Type</vt:lpstr>
      <vt:lpstr>Cabin</vt:lpstr>
      <vt:lpstr>Calibri</vt:lpstr>
      <vt:lpstr>Verdana</vt:lpstr>
      <vt:lpstr>Tema do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Dietrich</dc:creator>
  <cp:lastModifiedBy>Carlos Dietrich</cp:lastModifiedBy>
  <cp:revision>69</cp:revision>
  <dcterms:created xsi:type="dcterms:W3CDTF">2015-11-17T21:27:19Z</dcterms:created>
  <dcterms:modified xsi:type="dcterms:W3CDTF">2024-10-24T22:40:35Z</dcterms:modified>
</cp:coreProperties>
</file>
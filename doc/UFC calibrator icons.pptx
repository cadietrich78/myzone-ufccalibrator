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62" r:id="rId3"/>
    <p:sldId id="357" r:id="rId4"/>
    <p:sldId id="293" r:id="rId5"/>
    <p:sldId id="356" r:id="rId6"/>
    <p:sldId id="358" r:id="rId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B7D2D5"/>
    <a:srgbClr val="008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57" autoAdjust="0"/>
    <p:restoredTop sz="94660"/>
  </p:normalViewPr>
  <p:slideViewPr>
    <p:cSldViewPr>
      <p:cViewPr varScale="1">
        <p:scale>
          <a:sx n="80" d="100"/>
          <a:sy n="80" d="100"/>
        </p:scale>
        <p:origin x="1733"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9/28/2022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9/28/2022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9/28/2022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9/28/2022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9/28/2022</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9/28/2022</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9/28/2022</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9/28/2022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9/28/2022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9/28/2022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9/28/2022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9/28/2022</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ctagon 49">
            <a:extLst>
              <a:ext uri="{FF2B5EF4-FFF2-40B4-BE49-F238E27FC236}">
                <a16:creationId xmlns:a16="http://schemas.microsoft.com/office/drawing/2014/main" id="{75800B2C-97FB-294C-FA64-ADC320756751}"/>
              </a:ext>
            </a:extLst>
          </p:cNvPr>
          <p:cNvSpPr/>
          <p:nvPr/>
        </p:nvSpPr>
        <p:spPr>
          <a:xfrm>
            <a:off x="5032503" y="3682288"/>
            <a:ext cx="2735354" cy="2735352"/>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9" name="Octagon 458">
            <a:extLst>
              <a:ext uri="{FF2B5EF4-FFF2-40B4-BE49-F238E27FC236}">
                <a16:creationId xmlns:a16="http://schemas.microsoft.com/office/drawing/2014/main" id="{7C7EF32C-65AF-2766-93F9-E4EA469056C2}"/>
              </a:ext>
            </a:extLst>
          </p:cNvPr>
          <p:cNvSpPr/>
          <p:nvPr/>
        </p:nvSpPr>
        <p:spPr>
          <a:xfrm>
            <a:off x="5233085" y="3882870"/>
            <a:ext cx="2334191" cy="2334189"/>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ctagon 3">
            <a:extLst>
              <a:ext uri="{FF2B5EF4-FFF2-40B4-BE49-F238E27FC236}">
                <a16:creationId xmlns:a16="http://schemas.microsoft.com/office/drawing/2014/main" id="{CD7CEC58-AFD3-0314-C938-DE6CABEBFE13}"/>
              </a:ext>
            </a:extLst>
          </p:cNvPr>
          <p:cNvSpPr/>
          <p:nvPr/>
        </p:nvSpPr>
        <p:spPr>
          <a:xfrm>
            <a:off x="1043608" y="332656"/>
            <a:ext cx="2668418" cy="2668416"/>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Retângulo 63"/>
          <p:cNvSpPr/>
          <p:nvPr/>
        </p:nvSpPr>
        <p:spPr>
          <a:xfrm>
            <a:off x="3032559" y="839263"/>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8" name="Picture 2" descr="Monster Energy logo Fichier transparent | PNG Play">
            <a:extLst>
              <a:ext uri="{FF2B5EF4-FFF2-40B4-BE49-F238E27FC236}">
                <a16:creationId xmlns:a16="http://schemas.microsoft.com/office/drawing/2014/main" id="{8A676E00-BE11-7A73-AD8B-4C0F5FD184A5}"/>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054111" y="1055919"/>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9" name="Retângulo 63">
            <a:extLst>
              <a:ext uri="{FF2B5EF4-FFF2-40B4-BE49-F238E27FC236}">
                <a16:creationId xmlns:a16="http://schemas.microsoft.com/office/drawing/2014/main" id="{DE853205-8AF1-4182-A3E2-5509A36A7083}"/>
              </a:ext>
            </a:extLst>
          </p:cNvPr>
          <p:cNvSpPr/>
          <p:nvPr/>
        </p:nvSpPr>
        <p:spPr>
          <a:xfrm>
            <a:off x="3032559" y="170080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0" name="Picture 2" descr="Monster Energy logo Fichier transparent | PNG Play">
            <a:extLst>
              <a:ext uri="{FF2B5EF4-FFF2-40B4-BE49-F238E27FC236}">
                <a16:creationId xmlns:a16="http://schemas.microsoft.com/office/drawing/2014/main" id="{C4B6C0A7-BE45-A2FE-7567-24FCCF56E21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054110" y="1718481"/>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11" name="Retângulo 63">
            <a:extLst>
              <a:ext uri="{FF2B5EF4-FFF2-40B4-BE49-F238E27FC236}">
                <a16:creationId xmlns:a16="http://schemas.microsoft.com/office/drawing/2014/main" id="{128D1788-207F-87C2-2CC6-7699A97BCA27}"/>
              </a:ext>
            </a:extLst>
          </p:cNvPr>
          <p:cNvSpPr/>
          <p:nvPr/>
        </p:nvSpPr>
        <p:spPr>
          <a:xfrm>
            <a:off x="930987" y="839263"/>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63">
            <a:extLst>
              <a:ext uri="{FF2B5EF4-FFF2-40B4-BE49-F238E27FC236}">
                <a16:creationId xmlns:a16="http://schemas.microsoft.com/office/drawing/2014/main" id="{436CF0DA-F8A4-328A-80A5-C822BF499663}"/>
              </a:ext>
            </a:extLst>
          </p:cNvPr>
          <p:cNvSpPr/>
          <p:nvPr/>
        </p:nvSpPr>
        <p:spPr>
          <a:xfrm>
            <a:off x="930987" y="170080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Picture 2" descr="Monster Energy logo Fichier transparent | PNG Play">
            <a:extLst>
              <a:ext uri="{FF2B5EF4-FFF2-40B4-BE49-F238E27FC236}">
                <a16:creationId xmlns:a16="http://schemas.microsoft.com/office/drawing/2014/main" id="{65F7A9B8-2DDC-7539-F1D8-852C0BEA09B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298039" y="1062036"/>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Monster Energy logo Fichier transparent | PNG Play">
            <a:extLst>
              <a:ext uri="{FF2B5EF4-FFF2-40B4-BE49-F238E27FC236}">
                <a16:creationId xmlns:a16="http://schemas.microsoft.com/office/drawing/2014/main" id="{E89B7A49-966C-B2E3-5C62-A236FAB18F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298039" y="1718481"/>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42" name="Elipse 167">
            <a:extLst>
              <a:ext uri="{FF2B5EF4-FFF2-40B4-BE49-F238E27FC236}">
                <a16:creationId xmlns:a16="http://schemas.microsoft.com/office/drawing/2014/main" id="{D5402F16-6F8A-6594-F0F0-6B2B82573D9D}"/>
              </a:ext>
            </a:extLst>
          </p:cNvPr>
          <p:cNvSpPr/>
          <p:nvPr/>
        </p:nvSpPr>
        <p:spPr>
          <a:xfrm rot="5400000">
            <a:off x="3637241" y="103355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 name="Elipse 167">
            <a:extLst>
              <a:ext uri="{FF2B5EF4-FFF2-40B4-BE49-F238E27FC236}">
                <a16:creationId xmlns:a16="http://schemas.microsoft.com/office/drawing/2014/main" id="{38A21656-8430-00A8-A139-2B441C4B93CE}"/>
              </a:ext>
            </a:extLst>
          </p:cNvPr>
          <p:cNvSpPr/>
          <p:nvPr/>
        </p:nvSpPr>
        <p:spPr>
          <a:xfrm rot="5400000">
            <a:off x="968656" y="103355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6" name="Elipse 167">
            <a:extLst>
              <a:ext uri="{FF2B5EF4-FFF2-40B4-BE49-F238E27FC236}">
                <a16:creationId xmlns:a16="http://schemas.microsoft.com/office/drawing/2014/main" id="{74527902-12CF-1B02-2EB0-2AB1DC00DD77}"/>
              </a:ext>
            </a:extLst>
          </p:cNvPr>
          <p:cNvSpPr/>
          <p:nvPr/>
        </p:nvSpPr>
        <p:spPr>
          <a:xfrm rot="5400000">
            <a:off x="968656" y="216800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7" name="Elipse 167">
            <a:extLst>
              <a:ext uri="{FF2B5EF4-FFF2-40B4-BE49-F238E27FC236}">
                <a16:creationId xmlns:a16="http://schemas.microsoft.com/office/drawing/2014/main" id="{BCE350F6-699F-23E7-08D7-3269873784D7}"/>
              </a:ext>
            </a:extLst>
          </p:cNvPr>
          <p:cNvSpPr/>
          <p:nvPr/>
        </p:nvSpPr>
        <p:spPr>
          <a:xfrm rot="5400000">
            <a:off x="3637241" y="216800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9" name="Retângulo 63">
            <a:extLst>
              <a:ext uri="{FF2B5EF4-FFF2-40B4-BE49-F238E27FC236}">
                <a16:creationId xmlns:a16="http://schemas.microsoft.com/office/drawing/2014/main" id="{1A8C159E-D6FD-AB42-FEB2-76646B5BC6BB}"/>
              </a:ext>
            </a:extLst>
          </p:cNvPr>
          <p:cNvSpPr/>
          <p:nvPr/>
        </p:nvSpPr>
        <p:spPr>
          <a:xfrm>
            <a:off x="6444208" y="357301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0" name="Retângulo 63">
            <a:extLst>
              <a:ext uri="{FF2B5EF4-FFF2-40B4-BE49-F238E27FC236}">
                <a16:creationId xmlns:a16="http://schemas.microsoft.com/office/drawing/2014/main" id="{B612A277-A74E-8163-B783-A5F61842648A}"/>
              </a:ext>
            </a:extLst>
          </p:cNvPr>
          <p:cNvSpPr/>
          <p:nvPr/>
        </p:nvSpPr>
        <p:spPr>
          <a:xfrm>
            <a:off x="5564064" y="357301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Retângulo 63">
            <a:extLst>
              <a:ext uri="{FF2B5EF4-FFF2-40B4-BE49-F238E27FC236}">
                <a16:creationId xmlns:a16="http://schemas.microsoft.com/office/drawing/2014/main" id="{197527F7-EBC7-E053-EF9C-06021AFBA8F1}"/>
              </a:ext>
            </a:extLst>
          </p:cNvPr>
          <p:cNvSpPr/>
          <p:nvPr/>
        </p:nvSpPr>
        <p:spPr>
          <a:xfrm>
            <a:off x="6441930" y="57340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2" name="Retângulo 63">
            <a:extLst>
              <a:ext uri="{FF2B5EF4-FFF2-40B4-BE49-F238E27FC236}">
                <a16:creationId xmlns:a16="http://schemas.microsoft.com/office/drawing/2014/main" id="{9E601C7B-14DE-C291-67A3-CD61202A177B}"/>
              </a:ext>
            </a:extLst>
          </p:cNvPr>
          <p:cNvSpPr/>
          <p:nvPr/>
        </p:nvSpPr>
        <p:spPr>
          <a:xfrm>
            <a:off x="5560294" y="57340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3" name="Picture 2" descr="Monster Energy logo Fichier transparent | PNG Play">
            <a:extLst>
              <a:ext uri="{FF2B5EF4-FFF2-40B4-BE49-F238E27FC236}">
                <a16:creationId xmlns:a16="http://schemas.microsoft.com/office/drawing/2014/main" id="{885B6EFC-F4FA-E488-4740-A5FD7FBA321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471792" y="3971577"/>
            <a:ext cx="269619" cy="372330"/>
          </a:xfrm>
          <a:prstGeom prst="rect">
            <a:avLst/>
          </a:prstGeom>
          <a:noFill/>
          <a:extLst>
            <a:ext uri="{909E8E84-426E-40DD-AFC4-6F175D3DCCD1}">
              <a14:hiddenFill xmlns:a14="http://schemas.microsoft.com/office/drawing/2010/main">
                <a:solidFill>
                  <a:srgbClr val="FFFFFF"/>
                </a:solidFill>
              </a14:hiddenFill>
            </a:ext>
          </a:extLst>
        </p:spPr>
      </p:pic>
      <p:pic>
        <p:nvPicPr>
          <p:cNvPr id="448" name="Picture 2" descr="Monster Energy logo Fichier transparent | PNG Play">
            <a:extLst>
              <a:ext uri="{FF2B5EF4-FFF2-40B4-BE49-F238E27FC236}">
                <a16:creationId xmlns:a16="http://schemas.microsoft.com/office/drawing/2014/main" id="{EF9069A1-8009-C8CF-C90D-5BF010E4081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023396" y="3971577"/>
            <a:ext cx="269619" cy="372330"/>
          </a:xfrm>
          <a:prstGeom prst="rect">
            <a:avLst/>
          </a:prstGeom>
          <a:noFill/>
          <a:extLst>
            <a:ext uri="{909E8E84-426E-40DD-AFC4-6F175D3DCCD1}">
              <a14:hiddenFill xmlns:a14="http://schemas.microsoft.com/office/drawing/2010/main">
                <a:solidFill>
                  <a:srgbClr val="FFFFFF"/>
                </a:solidFill>
              </a14:hiddenFill>
            </a:ext>
          </a:extLst>
        </p:spPr>
      </p:pic>
      <p:pic>
        <p:nvPicPr>
          <p:cNvPr id="449" name="Picture 2" descr="Monster Energy logo Fichier transparent | PNG Play">
            <a:extLst>
              <a:ext uri="{FF2B5EF4-FFF2-40B4-BE49-F238E27FC236}">
                <a16:creationId xmlns:a16="http://schemas.microsoft.com/office/drawing/2014/main" id="{80E3291C-8229-ED01-3113-B5FAE9BE6FA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98553" y="5760774"/>
            <a:ext cx="294462" cy="406637"/>
          </a:xfrm>
          <a:prstGeom prst="rect">
            <a:avLst/>
          </a:prstGeom>
          <a:noFill/>
          <a:extLst>
            <a:ext uri="{909E8E84-426E-40DD-AFC4-6F175D3DCCD1}">
              <a14:hiddenFill xmlns:a14="http://schemas.microsoft.com/office/drawing/2010/main">
                <a:solidFill>
                  <a:srgbClr val="FFFFFF"/>
                </a:solidFill>
              </a14:hiddenFill>
            </a:ext>
          </a:extLst>
        </p:spPr>
      </p:pic>
      <p:pic>
        <p:nvPicPr>
          <p:cNvPr id="450" name="Picture 2" descr="Monster Energy logo Fichier transparent | PNG Play">
            <a:extLst>
              <a:ext uri="{FF2B5EF4-FFF2-40B4-BE49-F238E27FC236}">
                <a16:creationId xmlns:a16="http://schemas.microsoft.com/office/drawing/2014/main" id="{34D5C7DD-BD15-70D5-A360-086342F74C6B}"/>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471792" y="5760774"/>
            <a:ext cx="294462" cy="406637"/>
          </a:xfrm>
          <a:prstGeom prst="rect">
            <a:avLst/>
          </a:prstGeom>
          <a:noFill/>
          <a:extLst>
            <a:ext uri="{909E8E84-426E-40DD-AFC4-6F175D3DCCD1}">
              <a14:hiddenFill xmlns:a14="http://schemas.microsoft.com/office/drawing/2010/main">
                <a:solidFill>
                  <a:srgbClr val="FFFFFF"/>
                </a:solidFill>
              </a14:hiddenFill>
            </a:ext>
          </a:extLst>
        </p:spPr>
      </p:pic>
      <p:sp>
        <p:nvSpPr>
          <p:cNvPr id="452" name="Elipse 167">
            <a:extLst>
              <a:ext uri="{FF2B5EF4-FFF2-40B4-BE49-F238E27FC236}">
                <a16:creationId xmlns:a16="http://schemas.microsoft.com/office/drawing/2014/main" id="{8A159430-7D6C-3D36-5A30-3A14FABDDF7F}"/>
              </a:ext>
            </a:extLst>
          </p:cNvPr>
          <p:cNvSpPr/>
          <p:nvPr/>
        </p:nvSpPr>
        <p:spPr>
          <a:xfrm rot="5400000">
            <a:off x="6788867" y="381622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3" name="Elipse 167">
            <a:extLst>
              <a:ext uri="{FF2B5EF4-FFF2-40B4-BE49-F238E27FC236}">
                <a16:creationId xmlns:a16="http://schemas.microsoft.com/office/drawing/2014/main" id="{FFC1C355-9F80-FC63-A269-4F283DCA18F2}"/>
              </a:ext>
            </a:extLst>
          </p:cNvPr>
          <p:cNvSpPr/>
          <p:nvPr/>
        </p:nvSpPr>
        <p:spPr>
          <a:xfrm rot="5400000">
            <a:off x="5831767" y="3817277"/>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7" name="Elipse 167">
            <a:extLst>
              <a:ext uri="{FF2B5EF4-FFF2-40B4-BE49-F238E27FC236}">
                <a16:creationId xmlns:a16="http://schemas.microsoft.com/office/drawing/2014/main" id="{239F966A-6016-0695-C628-F5EB344C8756}"/>
              </a:ext>
            </a:extLst>
          </p:cNvPr>
          <p:cNvSpPr/>
          <p:nvPr/>
        </p:nvSpPr>
        <p:spPr>
          <a:xfrm rot="5400000">
            <a:off x="6790372" y="6148922"/>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8" name="Elipse 167">
            <a:extLst>
              <a:ext uri="{FF2B5EF4-FFF2-40B4-BE49-F238E27FC236}">
                <a16:creationId xmlns:a16="http://schemas.microsoft.com/office/drawing/2014/main" id="{04B5334D-4AC8-199B-FAF4-DA2548438FBA}"/>
              </a:ext>
            </a:extLst>
          </p:cNvPr>
          <p:cNvSpPr/>
          <p:nvPr/>
        </p:nvSpPr>
        <p:spPr>
          <a:xfrm rot="5400000">
            <a:off x="5831895" y="6148922"/>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60" name="Octagon 459">
            <a:extLst>
              <a:ext uri="{FF2B5EF4-FFF2-40B4-BE49-F238E27FC236}">
                <a16:creationId xmlns:a16="http://schemas.microsoft.com/office/drawing/2014/main" id="{6854D305-2CE8-01B6-C1A2-7A890A658383}"/>
              </a:ext>
            </a:extLst>
          </p:cNvPr>
          <p:cNvSpPr/>
          <p:nvPr/>
        </p:nvSpPr>
        <p:spPr>
          <a:xfrm>
            <a:off x="1561004" y="3687699"/>
            <a:ext cx="2722964" cy="2722962"/>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1" name="Octagon 460">
            <a:extLst>
              <a:ext uri="{FF2B5EF4-FFF2-40B4-BE49-F238E27FC236}">
                <a16:creationId xmlns:a16="http://schemas.microsoft.com/office/drawing/2014/main" id="{6A28A01D-317C-87DF-9C8C-E4C04C5BDAEE}"/>
              </a:ext>
            </a:extLst>
          </p:cNvPr>
          <p:cNvSpPr/>
          <p:nvPr/>
        </p:nvSpPr>
        <p:spPr>
          <a:xfrm>
            <a:off x="1755391" y="3882086"/>
            <a:ext cx="2334191" cy="2334189"/>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2" name="Retângulo 63">
            <a:extLst>
              <a:ext uri="{FF2B5EF4-FFF2-40B4-BE49-F238E27FC236}">
                <a16:creationId xmlns:a16="http://schemas.microsoft.com/office/drawing/2014/main" id="{8C82B4E1-4164-27DD-1835-B2E38BC74A6A}"/>
              </a:ext>
            </a:extLst>
          </p:cNvPr>
          <p:cNvSpPr/>
          <p:nvPr/>
        </p:nvSpPr>
        <p:spPr>
          <a:xfrm>
            <a:off x="3577228" y="422157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3" name="Picture 2" descr="Monster Energy logo Fichier transparent | PNG Play">
            <a:extLst>
              <a:ext uri="{FF2B5EF4-FFF2-40B4-BE49-F238E27FC236}">
                <a16:creationId xmlns:a16="http://schemas.microsoft.com/office/drawing/2014/main" id="{B82EFA00-31B4-B1DF-C529-FB227703F5CA}"/>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598780" y="4559886"/>
            <a:ext cx="316261" cy="436740"/>
          </a:xfrm>
          <a:prstGeom prst="rect">
            <a:avLst/>
          </a:prstGeom>
          <a:noFill/>
          <a:extLst>
            <a:ext uri="{909E8E84-426E-40DD-AFC4-6F175D3DCCD1}">
              <a14:hiddenFill xmlns:a14="http://schemas.microsoft.com/office/drawing/2010/main">
                <a:solidFill>
                  <a:srgbClr val="FFFFFF"/>
                </a:solidFill>
              </a14:hiddenFill>
            </a:ext>
          </a:extLst>
        </p:spPr>
      </p:pic>
      <p:sp>
        <p:nvSpPr>
          <p:cNvPr id="464" name="Retângulo 63">
            <a:extLst>
              <a:ext uri="{FF2B5EF4-FFF2-40B4-BE49-F238E27FC236}">
                <a16:creationId xmlns:a16="http://schemas.microsoft.com/office/drawing/2014/main" id="{F3FBD684-8387-3B05-310D-2C9866139533}"/>
              </a:ext>
            </a:extLst>
          </p:cNvPr>
          <p:cNvSpPr/>
          <p:nvPr/>
        </p:nvSpPr>
        <p:spPr>
          <a:xfrm>
            <a:off x="3577228" y="508312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5" name="Picture 2" descr="Monster Energy logo Fichier transparent | PNG Play">
            <a:extLst>
              <a:ext uri="{FF2B5EF4-FFF2-40B4-BE49-F238E27FC236}">
                <a16:creationId xmlns:a16="http://schemas.microsoft.com/office/drawing/2014/main" id="{8E1561AD-6BD2-C3E6-7862-AB6888F86E4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599630" y="5100797"/>
            <a:ext cx="316262" cy="436742"/>
          </a:xfrm>
          <a:prstGeom prst="rect">
            <a:avLst/>
          </a:prstGeom>
          <a:noFill/>
          <a:extLst>
            <a:ext uri="{909E8E84-426E-40DD-AFC4-6F175D3DCCD1}">
              <a14:hiddenFill xmlns:a14="http://schemas.microsoft.com/office/drawing/2010/main">
                <a:solidFill>
                  <a:srgbClr val="FFFFFF"/>
                </a:solidFill>
              </a14:hiddenFill>
            </a:ext>
          </a:extLst>
        </p:spPr>
      </p:pic>
      <p:sp>
        <p:nvSpPr>
          <p:cNvPr id="466" name="Retângulo 63">
            <a:extLst>
              <a:ext uri="{FF2B5EF4-FFF2-40B4-BE49-F238E27FC236}">
                <a16:creationId xmlns:a16="http://schemas.microsoft.com/office/drawing/2014/main" id="{A2AA653C-FDEE-27AF-A102-5708737F571D}"/>
              </a:ext>
            </a:extLst>
          </p:cNvPr>
          <p:cNvSpPr/>
          <p:nvPr/>
        </p:nvSpPr>
        <p:spPr>
          <a:xfrm>
            <a:off x="1475656" y="422157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7" name="Retângulo 63">
            <a:extLst>
              <a:ext uri="{FF2B5EF4-FFF2-40B4-BE49-F238E27FC236}">
                <a16:creationId xmlns:a16="http://schemas.microsoft.com/office/drawing/2014/main" id="{22D18B3D-364B-6566-C8E7-EB5D7ABC2BD0}"/>
              </a:ext>
            </a:extLst>
          </p:cNvPr>
          <p:cNvSpPr/>
          <p:nvPr/>
        </p:nvSpPr>
        <p:spPr>
          <a:xfrm>
            <a:off x="1475656" y="508312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8" name="Picture 2" descr="Monster Energy logo Fichier transparent | PNG Play">
            <a:extLst>
              <a:ext uri="{FF2B5EF4-FFF2-40B4-BE49-F238E27FC236}">
                <a16:creationId xmlns:a16="http://schemas.microsoft.com/office/drawing/2014/main" id="{219C29BF-55B8-4259-B73E-D5A7920AC4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926371" y="4559886"/>
            <a:ext cx="320690" cy="442857"/>
          </a:xfrm>
          <a:prstGeom prst="rect">
            <a:avLst/>
          </a:prstGeom>
          <a:noFill/>
          <a:extLst>
            <a:ext uri="{909E8E84-426E-40DD-AFC4-6F175D3DCCD1}">
              <a14:hiddenFill xmlns:a14="http://schemas.microsoft.com/office/drawing/2010/main">
                <a:solidFill>
                  <a:srgbClr val="FFFFFF"/>
                </a:solidFill>
              </a14:hiddenFill>
            </a:ext>
          </a:extLst>
        </p:spPr>
      </p:pic>
      <p:pic>
        <p:nvPicPr>
          <p:cNvPr id="469" name="Picture 2" descr="Monster Energy logo Fichier transparent | PNG Play">
            <a:extLst>
              <a:ext uri="{FF2B5EF4-FFF2-40B4-BE49-F238E27FC236}">
                <a16:creationId xmlns:a16="http://schemas.microsoft.com/office/drawing/2014/main" id="{E95C394C-B226-E66D-95BE-83B84F8015B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930798" y="5100797"/>
            <a:ext cx="316263" cy="436743"/>
          </a:xfrm>
          <a:prstGeom prst="rect">
            <a:avLst/>
          </a:prstGeom>
          <a:noFill/>
          <a:extLst>
            <a:ext uri="{909E8E84-426E-40DD-AFC4-6F175D3DCCD1}">
              <a14:hiddenFill xmlns:a14="http://schemas.microsoft.com/office/drawing/2010/main">
                <a:solidFill>
                  <a:srgbClr val="FFFFFF"/>
                </a:solidFill>
              </a14:hiddenFill>
            </a:ext>
          </a:extLst>
        </p:spPr>
      </p:pic>
      <p:sp>
        <p:nvSpPr>
          <p:cNvPr id="485" name="Elipse 167">
            <a:extLst>
              <a:ext uri="{FF2B5EF4-FFF2-40B4-BE49-F238E27FC236}">
                <a16:creationId xmlns:a16="http://schemas.microsoft.com/office/drawing/2014/main" id="{EA690228-E4C8-5CEC-B1AE-8BDC9314C7DB}"/>
              </a:ext>
            </a:extLst>
          </p:cNvPr>
          <p:cNvSpPr/>
          <p:nvPr/>
        </p:nvSpPr>
        <p:spPr>
          <a:xfrm rot="5400000">
            <a:off x="4005668" y="448726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3" name="Elipse 167">
            <a:extLst>
              <a:ext uri="{FF2B5EF4-FFF2-40B4-BE49-F238E27FC236}">
                <a16:creationId xmlns:a16="http://schemas.microsoft.com/office/drawing/2014/main" id="{867FBD09-4D1E-BA73-847C-0CAEDD3BDDAA}"/>
              </a:ext>
            </a:extLst>
          </p:cNvPr>
          <p:cNvSpPr/>
          <p:nvPr/>
        </p:nvSpPr>
        <p:spPr>
          <a:xfrm rot="5400000">
            <a:off x="1680723" y="448726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4" name="Elipse 167">
            <a:extLst>
              <a:ext uri="{FF2B5EF4-FFF2-40B4-BE49-F238E27FC236}">
                <a16:creationId xmlns:a16="http://schemas.microsoft.com/office/drawing/2014/main" id="{19A4BE80-4522-E07D-FA9C-C6D1DDD044A4}"/>
              </a:ext>
            </a:extLst>
          </p:cNvPr>
          <p:cNvSpPr/>
          <p:nvPr/>
        </p:nvSpPr>
        <p:spPr>
          <a:xfrm rot="5400000">
            <a:off x="1687059" y="546349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5" name="Elipse 167">
            <a:extLst>
              <a:ext uri="{FF2B5EF4-FFF2-40B4-BE49-F238E27FC236}">
                <a16:creationId xmlns:a16="http://schemas.microsoft.com/office/drawing/2014/main" id="{B0457C34-A0BE-D320-976C-4DB4A7D11288}"/>
              </a:ext>
            </a:extLst>
          </p:cNvPr>
          <p:cNvSpPr/>
          <p:nvPr/>
        </p:nvSpPr>
        <p:spPr>
          <a:xfrm rot="5400000">
            <a:off x="4010998" y="546349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03" name="Octagon 502">
            <a:extLst>
              <a:ext uri="{FF2B5EF4-FFF2-40B4-BE49-F238E27FC236}">
                <a16:creationId xmlns:a16="http://schemas.microsoft.com/office/drawing/2014/main" id="{4F2C3C85-4983-7123-F116-6DAD62358881}"/>
              </a:ext>
            </a:extLst>
          </p:cNvPr>
          <p:cNvSpPr/>
          <p:nvPr/>
        </p:nvSpPr>
        <p:spPr>
          <a:xfrm>
            <a:off x="4565600" y="331872"/>
            <a:ext cx="2668418" cy="2668416"/>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tângulo 63">
            <a:extLst>
              <a:ext uri="{FF2B5EF4-FFF2-40B4-BE49-F238E27FC236}">
                <a16:creationId xmlns:a16="http://schemas.microsoft.com/office/drawing/2014/main" id="{7AF2241D-32CF-A710-F032-8B09EDDA23DC}"/>
              </a:ext>
            </a:extLst>
          </p:cNvPr>
          <p:cNvSpPr/>
          <p:nvPr/>
        </p:nvSpPr>
        <p:spPr>
          <a:xfrm>
            <a:off x="5943837" y="18913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7" name="Retângulo 63">
            <a:extLst>
              <a:ext uri="{FF2B5EF4-FFF2-40B4-BE49-F238E27FC236}">
                <a16:creationId xmlns:a16="http://schemas.microsoft.com/office/drawing/2014/main" id="{C6FF9BE9-4A95-EE3C-9A40-CC8039A2696E}"/>
              </a:ext>
            </a:extLst>
          </p:cNvPr>
          <p:cNvSpPr/>
          <p:nvPr/>
        </p:nvSpPr>
        <p:spPr>
          <a:xfrm>
            <a:off x="5063693" y="18913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8" name="Retângulo 63">
            <a:extLst>
              <a:ext uri="{FF2B5EF4-FFF2-40B4-BE49-F238E27FC236}">
                <a16:creationId xmlns:a16="http://schemas.microsoft.com/office/drawing/2014/main" id="{23832555-CF28-43F5-C61C-6F5CC9E57AAE}"/>
              </a:ext>
            </a:extLst>
          </p:cNvPr>
          <p:cNvSpPr/>
          <p:nvPr/>
        </p:nvSpPr>
        <p:spPr>
          <a:xfrm>
            <a:off x="5941559" y="23501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9" name="Retângulo 63">
            <a:extLst>
              <a:ext uri="{FF2B5EF4-FFF2-40B4-BE49-F238E27FC236}">
                <a16:creationId xmlns:a16="http://schemas.microsoft.com/office/drawing/2014/main" id="{52F8C904-84BC-B404-D2B7-34E819E45788}"/>
              </a:ext>
            </a:extLst>
          </p:cNvPr>
          <p:cNvSpPr/>
          <p:nvPr/>
        </p:nvSpPr>
        <p:spPr>
          <a:xfrm>
            <a:off x="5059923" y="23501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70" name="Picture 2" descr="Monster Energy logo Fichier transparent | PNG Play">
            <a:extLst>
              <a:ext uri="{FF2B5EF4-FFF2-40B4-BE49-F238E27FC236}">
                <a16:creationId xmlns:a16="http://schemas.microsoft.com/office/drawing/2014/main" id="{9B7FAD4B-4276-0ED0-237B-EE869E7D06B0}"/>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71421" y="401632"/>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2" descr="Monster Energy logo Fichier transparent | PNG Play">
            <a:extLst>
              <a:ext uri="{FF2B5EF4-FFF2-40B4-BE49-F238E27FC236}">
                <a16:creationId xmlns:a16="http://schemas.microsoft.com/office/drawing/2014/main" id="{0F7BA1EA-DC24-1C1D-C968-C4965E4ABB21}"/>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388291" y="401632"/>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Monster Energy logo Fichier transparent | PNG Play">
            <a:extLst>
              <a:ext uri="{FF2B5EF4-FFF2-40B4-BE49-F238E27FC236}">
                <a16:creationId xmlns:a16="http://schemas.microsoft.com/office/drawing/2014/main" id="{28042F53-7D25-676A-728F-DA8ABD43A5B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388291" y="2376890"/>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Monster Energy logo Fichier transparent | PNG Play">
            <a:extLst>
              <a:ext uri="{FF2B5EF4-FFF2-40B4-BE49-F238E27FC236}">
                <a16:creationId xmlns:a16="http://schemas.microsoft.com/office/drawing/2014/main" id="{9CA8C742-2C30-A5BF-0D41-1B15D58A580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71420" y="2376890"/>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75" name="Elipse 167">
            <a:extLst>
              <a:ext uri="{FF2B5EF4-FFF2-40B4-BE49-F238E27FC236}">
                <a16:creationId xmlns:a16="http://schemas.microsoft.com/office/drawing/2014/main" id="{4C872384-F0EF-7CB9-B348-6E2F5C4EE0AC}"/>
              </a:ext>
            </a:extLst>
          </p:cNvPr>
          <p:cNvSpPr/>
          <p:nvPr/>
        </p:nvSpPr>
        <p:spPr>
          <a:xfrm rot="5400000">
            <a:off x="6393154" y="260609"/>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6" name="Elipse 167">
            <a:extLst>
              <a:ext uri="{FF2B5EF4-FFF2-40B4-BE49-F238E27FC236}">
                <a16:creationId xmlns:a16="http://schemas.microsoft.com/office/drawing/2014/main" id="{28D9CF8B-FD29-F01B-78EA-4F7357D2413C}"/>
              </a:ext>
            </a:extLst>
          </p:cNvPr>
          <p:cNvSpPr/>
          <p:nvPr/>
        </p:nvSpPr>
        <p:spPr>
          <a:xfrm rot="5400000">
            <a:off x="5285683" y="25761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0" name="Elipse 167">
            <a:extLst>
              <a:ext uri="{FF2B5EF4-FFF2-40B4-BE49-F238E27FC236}">
                <a16:creationId xmlns:a16="http://schemas.microsoft.com/office/drawing/2014/main" id="{4CB7661D-9606-E7BA-3DA4-3419A7A34286}"/>
              </a:ext>
            </a:extLst>
          </p:cNvPr>
          <p:cNvSpPr/>
          <p:nvPr/>
        </p:nvSpPr>
        <p:spPr>
          <a:xfrm rot="5400000">
            <a:off x="6387604" y="292725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1" name="Elipse 167">
            <a:extLst>
              <a:ext uri="{FF2B5EF4-FFF2-40B4-BE49-F238E27FC236}">
                <a16:creationId xmlns:a16="http://schemas.microsoft.com/office/drawing/2014/main" id="{1DEB6D24-80C3-6463-AC41-4633BAD9A9F2}"/>
              </a:ext>
            </a:extLst>
          </p:cNvPr>
          <p:cNvSpPr/>
          <p:nvPr/>
        </p:nvSpPr>
        <p:spPr>
          <a:xfrm rot="5400000">
            <a:off x="5285683" y="2935281"/>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30286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CAAD208-81C4-57AB-BB80-8D32E02A4BF0}"/>
              </a:ext>
            </a:extLst>
          </p:cNvPr>
          <p:cNvGrpSpPr/>
          <p:nvPr/>
        </p:nvGrpSpPr>
        <p:grpSpPr>
          <a:xfrm>
            <a:off x="2051721" y="1687468"/>
            <a:ext cx="5040558" cy="2605626"/>
            <a:chOff x="3210518" y="1831482"/>
            <a:chExt cx="2722964" cy="2317598"/>
          </a:xfrm>
        </p:grpSpPr>
        <p:sp>
          <p:nvSpPr>
            <p:cNvPr id="460" name="Octagon 459">
              <a:extLst>
                <a:ext uri="{FF2B5EF4-FFF2-40B4-BE49-F238E27FC236}">
                  <a16:creationId xmlns:a16="http://schemas.microsoft.com/office/drawing/2014/main" id="{6854D305-2CE8-01B6-C1A2-7A890A658383}"/>
                </a:ext>
              </a:extLst>
            </p:cNvPr>
            <p:cNvSpPr/>
            <p:nvPr/>
          </p:nvSpPr>
          <p:spPr>
            <a:xfrm>
              <a:off x="3210518" y="1831482"/>
              <a:ext cx="2722964" cy="2317598"/>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1" name="Octagon 460">
              <a:extLst>
                <a:ext uri="{FF2B5EF4-FFF2-40B4-BE49-F238E27FC236}">
                  <a16:creationId xmlns:a16="http://schemas.microsoft.com/office/drawing/2014/main" id="{6A28A01D-317C-87DF-9C8C-E4C04C5BDAEE}"/>
                </a:ext>
              </a:extLst>
            </p:cNvPr>
            <p:cNvSpPr/>
            <p:nvPr/>
          </p:nvSpPr>
          <p:spPr>
            <a:xfrm>
              <a:off x="3864030" y="2407916"/>
              <a:ext cx="1415941" cy="1164733"/>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Rectangle 2">
            <a:extLst>
              <a:ext uri="{FF2B5EF4-FFF2-40B4-BE49-F238E27FC236}">
                <a16:creationId xmlns:a16="http://schemas.microsoft.com/office/drawing/2014/main" id="{55F7E0BF-A467-6DB5-95F4-2A917DDCD4DB}"/>
              </a:ext>
            </a:extLst>
          </p:cNvPr>
          <p:cNvSpPr/>
          <p:nvPr/>
        </p:nvSpPr>
        <p:spPr>
          <a:xfrm>
            <a:off x="1128958" y="1268760"/>
            <a:ext cx="6886084" cy="344304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C4DE2A39-CDE6-EA46-CA18-5909E86CE496}"/>
              </a:ext>
            </a:extLst>
          </p:cNvPr>
          <p:cNvCxnSpPr>
            <a:stCxn id="3" idx="0"/>
            <a:endCxn id="3" idx="2"/>
          </p:cNvCxnSpPr>
          <p:nvPr/>
        </p:nvCxnSpPr>
        <p:spPr>
          <a:xfrm>
            <a:off x="4572000" y="1268760"/>
            <a:ext cx="0" cy="34430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5872D49-122C-6CFB-62FB-7208B3981D07}"/>
              </a:ext>
            </a:extLst>
          </p:cNvPr>
          <p:cNvCxnSpPr>
            <a:cxnSpLocks/>
            <a:stCxn id="3" idx="1"/>
            <a:endCxn id="3" idx="3"/>
          </p:cNvCxnSpPr>
          <p:nvPr/>
        </p:nvCxnSpPr>
        <p:spPr>
          <a:xfrm>
            <a:off x="1128958" y="2990281"/>
            <a:ext cx="68860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C00D9DF-934E-6011-45BE-0B6E67C4F46B}"/>
              </a:ext>
            </a:extLst>
          </p:cNvPr>
          <p:cNvCxnSpPr/>
          <p:nvPr/>
        </p:nvCxnSpPr>
        <p:spPr>
          <a:xfrm>
            <a:off x="5882546" y="105273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13746C3-9F34-54FA-A8D9-7F2CC3AFF96F}"/>
              </a:ext>
            </a:extLst>
          </p:cNvPr>
          <p:cNvSpPr txBox="1"/>
          <p:nvPr/>
        </p:nvSpPr>
        <p:spPr>
          <a:xfrm>
            <a:off x="5644340" y="683404"/>
            <a:ext cx="476412" cy="369332"/>
          </a:xfrm>
          <a:prstGeom prst="rect">
            <a:avLst/>
          </a:prstGeom>
          <a:noFill/>
        </p:spPr>
        <p:txBody>
          <a:bodyPr wrap="none" rtlCol="0">
            <a:spAutoFit/>
          </a:bodyPr>
          <a:lstStyle/>
          <a:p>
            <a:r>
              <a:rPr lang="en-US" dirty="0"/>
              <a:t>0.4</a:t>
            </a:r>
          </a:p>
        </p:txBody>
      </p:sp>
      <p:cxnSp>
        <p:nvCxnSpPr>
          <p:cNvPr id="20" name="Straight Connector 19">
            <a:extLst>
              <a:ext uri="{FF2B5EF4-FFF2-40B4-BE49-F238E27FC236}">
                <a16:creationId xmlns:a16="http://schemas.microsoft.com/office/drawing/2014/main" id="{03D32F61-2791-38C5-CF25-F0AA66AC8BAB}"/>
              </a:ext>
            </a:extLst>
          </p:cNvPr>
          <p:cNvCxnSpPr/>
          <p:nvPr/>
        </p:nvCxnSpPr>
        <p:spPr>
          <a:xfrm>
            <a:off x="5508104" y="77844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542713C-364F-0336-96D0-9F6DF59282D2}"/>
              </a:ext>
            </a:extLst>
          </p:cNvPr>
          <p:cNvSpPr txBox="1"/>
          <p:nvPr/>
        </p:nvSpPr>
        <p:spPr>
          <a:xfrm>
            <a:off x="5269898" y="409114"/>
            <a:ext cx="476412" cy="369332"/>
          </a:xfrm>
          <a:prstGeom prst="rect">
            <a:avLst/>
          </a:prstGeom>
          <a:noFill/>
        </p:spPr>
        <p:txBody>
          <a:bodyPr wrap="none" rtlCol="0">
            <a:spAutoFit/>
          </a:bodyPr>
          <a:lstStyle/>
          <a:p>
            <a:r>
              <a:rPr lang="en-US" dirty="0"/>
              <a:t>0.2</a:t>
            </a:r>
          </a:p>
        </p:txBody>
      </p:sp>
      <p:cxnSp>
        <p:nvCxnSpPr>
          <p:cNvPr id="22" name="Straight Connector 21">
            <a:extLst>
              <a:ext uri="{FF2B5EF4-FFF2-40B4-BE49-F238E27FC236}">
                <a16:creationId xmlns:a16="http://schemas.microsoft.com/office/drawing/2014/main" id="{BE95873F-810D-0980-4B8F-207CDD66D3BF}"/>
              </a:ext>
            </a:extLst>
          </p:cNvPr>
          <p:cNvCxnSpPr/>
          <p:nvPr/>
        </p:nvCxnSpPr>
        <p:spPr>
          <a:xfrm>
            <a:off x="3635897" y="77844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463B6B2-34FF-C302-FDC5-2A115B634191}"/>
              </a:ext>
            </a:extLst>
          </p:cNvPr>
          <p:cNvSpPr txBox="1"/>
          <p:nvPr/>
        </p:nvSpPr>
        <p:spPr>
          <a:xfrm>
            <a:off x="3397691" y="409114"/>
            <a:ext cx="546945" cy="369332"/>
          </a:xfrm>
          <a:prstGeom prst="rect">
            <a:avLst/>
          </a:prstGeom>
          <a:noFill/>
        </p:spPr>
        <p:txBody>
          <a:bodyPr wrap="none" rtlCol="0">
            <a:spAutoFit/>
          </a:bodyPr>
          <a:lstStyle/>
          <a:p>
            <a:r>
              <a:rPr lang="en-US" dirty="0"/>
              <a:t>-0.2</a:t>
            </a:r>
          </a:p>
        </p:txBody>
      </p:sp>
      <p:cxnSp>
        <p:nvCxnSpPr>
          <p:cNvPr id="24" name="Straight Connector 23">
            <a:extLst>
              <a:ext uri="{FF2B5EF4-FFF2-40B4-BE49-F238E27FC236}">
                <a16:creationId xmlns:a16="http://schemas.microsoft.com/office/drawing/2014/main" id="{559BBCC7-5156-FC95-2523-B11089AB6CB5}"/>
              </a:ext>
            </a:extLst>
          </p:cNvPr>
          <p:cNvCxnSpPr/>
          <p:nvPr/>
        </p:nvCxnSpPr>
        <p:spPr>
          <a:xfrm>
            <a:off x="3253815" y="105273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DB9A4B25-87CC-5A5C-555D-FCE2A925681D}"/>
              </a:ext>
            </a:extLst>
          </p:cNvPr>
          <p:cNvSpPr txBox="1"/>
          <p:nvPr/>
        </p:nvSpPr>
        <p:spPr>
          <a:xfrm>
            <a:off x="3015609" y="683404"/>
            <a:ext cx="546945" cy="369332"/>
          </a:xfrm>
          <a:prstGeom prst="rect">
            <a:avLst/>
          </a:prstGeom>
          <a:noFill/>
        </p:spPr>
        <p:txBody>
          <a:bodyPr wrap="none" rtlCol="0">
            <a:spAutoFit/>
          </a:bodyPr>
          <a:lstStyle/>
          <a:p>
            <a:r>
              <a:rPr lang="en-US" dirty="0"/>
              <a:t>-0.4</a:t>
            </a:r>
          </a:p>
        </p:txBody>
      </p:sp>
      <p:cxnSp>
        <p:nvCxnSpPr>
          <p:cNvPr id="26" name="Straight Connector 25">
            <a:extLst>
              <a:ext uri="{FF2B5EF4-FFF2-40B4-BE49-F238E27FC236}">
                <a16:creationId xmlns:a16="http://schemas.microsoft.com/office/drawing/2014/main" id="{2C2B664C-DFB8-82EC-73F1-A7B86777A227}"/>
              </a:ext>
            </a:extLst>
          </p:cNvPr>
          <p:cNvCxnSpPr>
            <a:cxnSpLocks/>
          </p:cNvCxnSpPr>
          <p:nvPr/>
        </p:nvCxnSpPr>
        <p:spPr>
          <a:xfrm flipH="1">
            <a:off x="755576" y="2346980"/>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024B304-FDA0-86BF-3770-021A75462AF5}"/>
              </a:ext>
            </a:extLst>
          </p:cNvPr>
          <p:cNvCxnSpPr>
            <a:cxnSpLocks/>
          </p:cNvCxnSpPr>
          <p:nvPr/>
        </p:nvCxnSpPr>
        <p:spPr>
          <a:xfrm flipH="1">
            <a:off x="1043608" y="2708920"/>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2924387-0665-407F-B258-9B46D34ACF90}"/>
              </a:ext>
            </a:extLst>
          </p:cNvPr>
          <p:cNvCxnSpPr>
            <a:cxnSpLocks/>
          </p:cNvCxnSpPr>
          <p:nvPr/>
        </p:nvCxnSpPr>
        <p:spPr>
          <a:xfrm flipH="1">
            <a:off x="755576" y="3645024"/>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6E51212-BDC7-DFF8-4C4D-E0E51D8173ED}"/>
              </a:ext>
            </a:extLst>
          </p:cNvPr>
          <p:cNvCxnSpPr>
            <a:cxnSpLocks/>
          </p:cNvCxnSpPr>
          <p:nvPr/>
        </p:nvCxnSpPr>
        <p:spPr>
          <a:xfrm flipH="1">
            <a:off x="1043608" y="3284984"/>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FABD41B0-6BE9-40BE-1D0E-3D5A9EF94AE3}"/>
              </a:ext>
            </a:extLst>
          </p:cNvPr>
          <p:cNvSpPr txBox="1"/>
          <p:nvPr/>
        </p:nvSpPr>
        <p:spPr>
          <a:xfrm>
            <a:off x="8179335" y="2158619"/>
            <a:ext cx="476412" cy="369332"/>
          </a:xfrm>
          <a:prstGeom prst="rect">
            <a:avLst/>
          </a:prstGeom>
          <a:noFill/>
        </p:spPr>
        <p:txBody>
          <a:bodyPr wrap="none" rtlCol="0">
            <a:spAutoFit/>
          </a:bodyPr>
          <a:lstStyle/>
          <a:p>
            <a:r>
              <a:rPr lang="en-US" dirty="0"/>
              <a:t>0.4</a:t>
            </a:r>
          </a:p>
        </p:txBody>
      </p:sp>
      <p:sp>
        <p:nvSpPr>
          <p:cNvPr id="33" name="TextBox 32">
            <a:extLst>
              <a:ext uri="{FF2B5EF4-FFF2-40B4-BE49-F238E27FC236}">
                <a16:creationId xmlns:a16="http://schemas.microsoft.com/office/drawing/2014/main" id="{CDC7749E-05D9-8E74-F4BC-027FD97A6A40}"/>
              </a:ext>
            </a:extLst>
          </p:cNvPr>
          <p:cNvSpPr txBox="1"/>
          <p:nvPr/>
        </p:nvSpPr>
        <p:spPr>
          <a:xfrm>
            <a:off x="8144068" y="3460358"/>
            <a:ext cx="546945" cy="369332"/>
          </a:xfrm>
          <a:prstGeom prst="rect">
            <a:avLst/>
          </a:prstGeom>
          <a:noFill/>
        </p:spPr>
        <p:txBody>
          <a:bodyPr wrap="none" rtlCol="0">
            <a:spAutoFit/>
          </a:bodyPr>
          <a:lstStyle/>
          <a:p>
            <a:r>
              <a:rPr lang="en-US" dirty="0"/>
              <a:t>-0.4</a:t>
            </a:r>
          </a:p>
        </p:txBody>
      </p:sp>
      <p:sp>
        <p:nvSpPr>
          <p:cNvPr id="34" name="TextBox 33">
            <a:extLst>
              <a:ext uri="{FF2B5EF4-FFF2-40B4-BE49-F238E27FC236}">
                <a16:creationId xmlns:a16="http://schemas.microsoft.com/office/drawing/2014/main" id="{7D01B5A3-46F4-DB21-EB8A-5EF37DC0AC0F}"/>
              </a:ext>
            </a:extLst>
          </p:cNvPr>
          <p:cNvSpPr txBox="1"/>
          <p:nvPr/>
        </p:nvSpPr>
        <p:spPr>
          <a:xfrm>
            <a:off x="8475436" y="3094722"/>
            <a:ext cx="546945" cy="369332"/>
          </a:xfrm>
          <a:prstGeom prst="rect">
            <a:avLst/>
          </a:prstGeom>
          <a:noFill/>
        </p:spPr>
        <p:txBody>
          <a:bodyPr wrap="none" rtlCol="0">
            <a:spAutoFit/>
          </a:bodyPr>
          <a:lstStyle/>
          <a:p>
            <a:r>
              <a:rPr lang="en-US" dirty="0"/>
              <a:t>-0.2</a:t>
            </a:r>
          </a:p>
        </p:txBody>
      </p:sp>
      <p:sp>
        <p:nvSpPr>
          <p:cNvPr id="35" name="TextBox 34">
            <a:extLst>
              <a:ext uri="{FF2B5EF4-FFF2-40B4-BE49-F238E27FC236}">
                <a16:creationId xmlns:a16="http://schemas.microsoft.com/office/drawing/2014/main" id="{07BD0B8C-19A5-DF5F-17B3-760477D0D554}"/>
              </a:ext>
            </a:extLst>
          </p:cNvPr>
          <p:cNvSpPr txBox="1"/>
          <p:nvPr/>
        </p:nvSpPr>
        <p:spPr>
          <a:xfrm>
            <a:off x="8467796" y="2534338"/>
            <a:ext cx="476412" cy="369332"/>
          </a:xfrm>
          <a:prstGeom prst="rect">
            <a:avLst/>
          </a:prstGeom>
          <a:noFill/>
        </p:spPr>
        <p:txBody>
          <a:bodyPr wrap="none" rtlCol="0">
            <a:spAutoFit/>
          </a:bodyPr>
          <a:lstStyle/>
          <a:p>
            <a:r>
              <a:rPr lang="en-US" dirty="0"/>
              <a:t>0.2</a:t>
            </a:r>
          </a:p>
        </p:txBody>
      </p:sp>
    </p:spTree>
    <p:extLst>
      <p:ext uri="{BB962C8B-B14F-4D97-AF65-F5344CB8AC3E}">
        <p14:creationId xmlns:p14="http://schemas.microsoft.com/office/powerpoint/2010/main" val="3617693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24" name="Picture 23">
            <a:extLst>
              <a:ext uri="{FF2B5EF4-FFF2-40B4-BE49-F238E27FC236}">
                <a16:creationId xmlns:a16="http://schemas.microsoft.com/office/drawing/2014/main" id="{E2CCF713-73E9-3D44-8FBB-B5D42AAD68BC}"/>
              </a:ext>
            </a:extLst>
          </p:cNvPr>
          <p:cNvPicPr>
            <a:picLocks noChangeAspect="1"/>
          </p:cNvPicPr>
          <p:nvPr/>
        </p:nvPicPr>
        <p:blipFill rotWithShape="1">
          <a:blip r:embed="rId3"/>
          <a:srcRect b="18471"/>
          <a:stretch/>
        </p:blipFill>
        <p:spPr>
          <a:xfrm>
            <a:off x="611560" y="527537"/>
            <a:ext cx="7734618" cy="393192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446753"/>
            <a:ext cx="7651020" cy="1107996"/>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72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UFC Calibrator </a:t>
            </a:r>
            <a:r>
              <a:rPr lang="pt-BR" sz="72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0.0.1</a:t>
            </a:r>
            <a:endParaRPr lang="en-US" sz="72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401420"/>
            <a:ext cx="6395769" cy="307777"/>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4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 Kevin Prince, Bruno Wolf</a:t>
            </a:r>
          </a:p>
        </p:txBody>
      </p:sp>
      <p:sp>
        <p:nvSpPr>
          <p:cNvPr id="49" name="Retângulo 48"/>
          <p:cNvSpPr/>
          <p:nvPr/>
        </p:nvSpPr>
        <p:spPr>
          <a:xfrm>
            <a:off x="768413" y="5792406"/>
            <a:ext cx="7621080" cy="507831"/>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900" dirty="0">
                <a:solidFill>
                  <a:schemeClr val="bg1"/>
                </a:solidFill>
                <a:latin typeface="Verdana" panose="020B0604030504040204" pitchFamily="34" charset="0"/>
                <a:ea typeface="Verdana" panose="020B0604030504040204" pitchFamily="34" charset="0"/>
                <a:cs typeface="Verdana" panose="020B0604030504040204" pitchFamily="34" charset="0"/>
              </a:rPr>
              <a:t>© 2019-2022 Disney Streaming Services Advanced Research, all rights reserved. </a:t>
            </a:r>
          </a:p>
          <a:p>
            <a:pPr algn="ctr"/>
            <a:r>
              <a:rPr lang="en-US" sz="900" dirty="0">
                <a:solidFill>
                  <a:schemeClr val="bg1"/>
                </a:solidFill>
                <a:latin typeface="Verdana" panose="020B0604030504040204" pitchFamily="34" charset="0"/>
                <a:ea typeface="Verdana" panose="020B0604030504040204" pitchFamily="34" charset="0"/>
                <a:cs typeface="Verdana" panose="020B0604030504040204" pitchFamily="34" charset="0"/>
              </a:rPr>
              <a:t>The information contained herein is proprietary to DSSAR and must not be disclosed to non-DSSAR personnel. The recipient of this app, by its retention and use, agrees to protect the information contained herein.</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Logo&#10;&#10;Description automatically generated">
            <a:extLst>
              <a:ext uri="{FF2B5EF4-FFF2-40B4-BE49-F238E27FC236}">
                <a16:creationId xmlns:a16="http://schemas.microsoft.com/office/drawing/2014/main" id="{7BE3E5F6-815F-6F98-886F-125D4C69AEE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23038" y="924044"/>
            <a:ext cx="1183081" cy="977463"/>
          </a:xfrm>
          <a:prstGeom prst="rect">
            <a:avLst/>
          </a:prstGeom>
        </p:spPr>
      </p:pic>
      <p:pic>
        <p:nvPicPr>
          <p:cNvPr id="1026" name="Picture 2" descr="ESPN: Serving sports fans. Anytime. Anywhere.">
            <a:extLst>
              <a:ext uri="{FF2B5EF4-FFF2-40B4-BE49-F238E27FC236}">
                <a16:creationId xmlns:a16="http://schemas.microsoft.com/office/drawing/2014/main" id="{95DB2A79-FEC2-D431-1102-51B550CBEC7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475573" y="1234030"/>
            <a:ext cx="1745389" cy="3574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9085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containing text, crowd&#10;&#10;Description automatically generated">
            <a:extLst>
              <a:ext uri="{FF2B5EF4-FFF2-40B4-BE49-F238E27FC236}">
                <a16:creationId xmlns:a16="http://schemas.microsoft.com/office/drawing/2014/main" id="{D91D8058-83C9-FAE3-1147-2BE933834659}"/>
              </a:ext>
            </a:extLst>
          </p:cNvPr>
          <p:cNvPicPr>
            <a:picLocks noChangeAspect="1"/>
          </p:cNvPicPr>
          <p:nvPr/>
        </p:nvPicPr>
        <p:blipFill rotWithShape="1">
          <a:blip r:embed="rId2">
            <a:alphaModFix amt="40000"/>
            <a:extLst>
              <a:ext uri="{28A0092B-C50C-407E-A947-70E740481C1C}">
                <a14:useLocalDpi xmlns:a14="http://schemas.microsoft.com/office/drawing/2010/main" val="0"/>
              </a:ext>
            </a:extLst>
          </a:blip>
          <a:srcRect t="1064" b="17223"/>
          <a:stretch/>
        </p:blipFill>
        <p:spPr>
          <a:xfrm>
            <a:off x="-1" y="1340768"/>
            <a:ext cx="9144000" cy="4248472"/>
          </a:xfrm>
          <a:prstGeom prst="rect">
            <a:avLst/>
          </a:prstGeom>
        </p:spPr>
      </p:pic>
      <p:sp>
        <p:nvSpPr>
          <p:cNvPr id="2" name="CaixaDeTexto 1"/>
          <p:cNvSpPr txBox="1"/>
          <p:nvPr/>
        </p:nvSpPr>
        <p:spPr>
          <a:xfrm>
            <a:off x="2172946" y="3244333"/>
            <a:ext cx="4798108"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UFC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B8EC03-122F-DB50-4288-E24D7016D367}"/>
              </a:ext>
            </a:extLst>
          </p:cNvPr>
          <p:cNvPicPr>
            <a:picLocks noChangeAspect="1"/>
          </p:cNvPicPr>
          <p:nvPr/>
        </p:nvPicPr>
        <p:blipFill>
          <a:blip r:embed="rId2"/>
          <a:stretch>
            <a:fillRect/>
          </a:stretch>
        </p:blipFill>
        <p:spPr>
          <a:xfrm>
            <a:off x="0" y="976312"/>
            <a:ext cx="9144000" cy="4905375"/>
          </a:xfrm>
          <a:prstGeom prst="rect">
            <a:avLst/>
          </a:prstGeom>
        </p:spPr>
      </p:pic>
      <p:pic>
        <p:nvPicPr>
          <p:cNvPr id="5" name="Picture 4" descr="A picture containing text, book&#10;&#10;Description automatically generated">
            <a:extLst>
              <a:ext uri="{FF2B5EF4-FFF2-40B4-BE49-F238E27FC236}">
                <a16:creationId xmlns:a16="http://schemas.microsoft.com/office/drawing/2014/main" id="{5C66FF3B-208C-641F-0E71-1688F76B3D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4052" y="2082213"/>
            <a:ext cx="3635896" cy="2693572"/>
          </a:xfrm>
          <a:prstGeom prst="rect">
            <a:avLst/>
          </a:prstGeom>
        </p:spPr>
      </p:pic>
    </p:spTree>
    <p:extLst>
      <p:ext uri="{BB962C8B-B14F-4D97-AF65-F5344CB8AC3E}">
        <p14:creationId xmlns:p14="http://schemas.microsoft.com/office/powerpoint/2010/main" val="925424427"/>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13972</TotalTime>
  <Words>276</Words>
  <Application>Microsoft Office PowerPoint</Application>
  <PresentationFormat>On-screen Show (4:3)</PresentationFormat>
  <Paragraphs>24</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Aharoni</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61</cp:revision>
  <dcterms:created xsi:type="dcterms:W3CDTF">2015-11-17T21:27:19Z</dcterms:created>
  <dcterms:modified xsi:type="dcterms:W3CDTF">2022-09-28T14:51:15Z</dcterms:modified>
</cp:coreProperties>
</file>
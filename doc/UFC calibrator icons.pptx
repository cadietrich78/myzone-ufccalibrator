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2"/>
  </p:notesMasterIdLst>
  <p:sldIdLst>
    <p:sldId id="256" r:id="rId2"/>
    <p:sldId id="257" r:id="rId3"/>
    <p:sldId id="258" r:id="rId4"/>
    <p:sldId id="259" r:id="rId5"/>
    <p:sldId id="363" r:id="rId6"/>
    <p:sldId id="364" r:id="rId7"/>
    <p:sldId id="365" r:id="rId8"/>
    <p:sldId id="359" r:id="rId9"/>
    <p:sldId id="293" r:id="rId10"/>
    <p:sldId id="356" r:id="rId11"/>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00FF"/>
    <a:srgbClr val="0000FF"/>
    <a:srgbClr val="00FF00"/>
    <a:srgbClr val="FFFFCC"/>
    <a:srgbClr val="B7D2D5"/>
    <a:srgbClr val="008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9457" autoAdjust="0"/>
    <p:restoredTop sz="94660"/>
  </p:normalViewPr>
  <p:slideViewPr>
    <p:cSldViewPr>
      <p:cViewPr varScale="1">
        <p:scale>
          <a:sx n="108" d="100"/>
          <a:sy n="108" d="100"/>
        </p:scale>
        <p:origin x="1980" y="102"/>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E8E7BE6-5E1D-4A23-9C9B-54978B76F531}" type="datetimeFigureOut">
              <a:rPr lang="en-US" smtClean="0"/>
              <a:t>7/16/2024</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7B97DF3-F2B8-40B3-BAE5-452CA8E25B4E}" type="slidenum">
              <a:rPr lang="en-US" smtClean="0"/>
              <a:t>‹#›</a:t>
            </a:fld>
            <a:endParaRPr lang="en-US"/>
          </a:p>
        </p:txBody>
      </p:sp>
    </p:spTree>
    <p:extLst>
      <p:ext uri="{BB962C8B-B14F-4D97-AF65-F5344CB8AC3E}">
        <p14:creationId xmlns:p14="http://schemas.microsoft.com/office/powerpoint/2010/main" val="13263374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E386984-77F9-499D-A0F8-6D15D711ED96}" type="slidenum">
              <a:rPr lang="en-US" smtClean="0"/>
              <a:t>1</a:t>
            </a:fld>
            <a:endParaRPr lang="en-US"/>
          </a:p>
        </p:txBody>
      </p:sp>
    </p:spTree>
    <p:extLst>
      <p:ext uri="{BB962C8B-B14F-4D97-AF65-F5344CB8AC3E}">
        <p14:creationId xmlns:p14="http://schemas.microsoft.com/office/powerpoint/2010/main" val="177187066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E386984-77F9-499D-A0F8-6D15D711ED96}" type="slidenum">
              <a:rPr lang="en-US" smtClean="0"/>
              <a:t>2</a:t>
            </a:fld>
            <a:endParaRPr lang="en-US"/>
          </a:p>
        </p:txBody>
      </p:sp>
    </p:spTree>
    <p:extLst>
      <p:ext uri="{BB962C8B-B14F-4D97-AF65-F5344CB8AC3E}">
        <p14:creationId xmlns:p14="http://schemas.microsoft.com/office/powerpoint/2010/main" val="234967354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E386984-77F9-499D-A0F8-6D15D711ED96}" type="slidenum">
              <a:rPr lang="en-US" smtClean="0"/>
              <a:t>3</a:t>
            </a:fld>
            <a:endParaRPr lang="en-US"/>
          </a:p>
        </p:txBody>
      </p:sp>
    </p:spTree>
    <p:extLst>
      <p:ext uri="{BB962C8B-B14F-4D97-AF65-F5344CB8AC3E}">
        <p14:creationId xmlns:p14="http://schemas.microsoft.com/office/powerpoint/2010/main" val="204352424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E386984-77F9-499D-A0F8-6D15D711ED96}" type="slidenum">
              <a:rPr lang="en-US" smtClean="0"/>
              <a:t>4</a:t>
            </a:fld>
            <a:endParaRPr lang="en-US"/>
          </a:p>
        </p:txBody>
      </p:sp>
    </p:spTree>
    <p:extLst>
      <p:ext uri="{BB962C8B-B14F-4D97-AF65-F5344CB8AC3E}">
        <p14:creationId xmlns:p14="http://schemas.microsoft.com/office/powerpoint/2010/main" val="285956603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p:cNvSpPr>
            <a:spLocks noGrp="1"/>
          </p:cNvSpPr>
          <p:nvPr>
            <p:ph type="ctrTitle"/>
          </p:nvPr>
        </p:nvSpPr>
        <p:spPr>
          <a:xfrm>
            <a:off x="685800" y="2130425"/>
            <a:ext cx="7772400" cy="1470025"/>
          </a:xfrm>
        </p:spPr>
        <p:txBody>
          <a:bodyPr/>
          <a:lstStyle/>
          <a:p>
            <a:r>
              <a:rPr lang="pt-BR"/>
              <a:t>Clique para editar o título mestre</a:t>
            </a:r>
            <a:endParaRPr lang="en-US"/>
          </a:p>
        </p:txBody>
      </p:sp>
      <p:sp>
        <p:nvSpPr>
          <p:cNvPr id="3" name="Subtítulo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pt-BR"/>
              <a:t>Clique para editar o estilo do subtítulo mestre</a:t>
            </a:r>
            <a:endParaRPr lang="en-US"/>
          </a:p>
        </p:txBody>
      </p:sp>
      <p:sp>
        <p:nvSpPr>
          <p:cNvPr id="4" name="Espaço Reservado para Data 3"/>
          <p:cNvSpPr>
            <a:spLocks noGrp="1"/>
          </p:cNvSpPr>
          <p:nvPr>
            <p:ph type="dt" sz="half" idx="10"/>
          </p:nvPr>
        </p:nvSpPr>
        <p:spPr/>
        <p:txBody>
          <a:bodyPr/>
          <a:lstStyle/>
          <a:p>
            <a:fld id="{A9A6E6A7-8BB5-4312-AC96-9EE02D82EB11}" type="datetimeFigureOut">
              <a:rPr lang="en-US" smtClean="0"/>
              <a:t>7/16/2024</a:t>
            </a:fld>
            <a:endParaRPr lang="en-US"/>
          </a:p>
        </p:txBody>
      </p:sp>
      <p:sp>
        <p:nvSpPr>
          <p:cNvPr id="5" name="Espaço Reservado para Rodapé 4"/>
          <p:cNvSpPr>
            <a:spLocks noGrp="1"/>
          </p:cNvSpPr>
          <p:nvPr>
            <p:ph type="ftr" sz="quarter" idx="11"/>
          </p:nvPr>
        </p:nvSpPr>
        <p:spPr/>
        <p:txBody>
          <a:bodyPr/>
          <a:lstStyle/>
          <a:p>
            <a:endParaRPr lang="en-US"/>
          </a:p>
        </p:txBody>
      </p:sp>
      <p:sp>
        <p:nvSpPr>
          <p:cNvPr id="6" name="Espaço Reservado para Número de Slide 5"/>
          <p:cNvSpPr>
            <a:spLocks noGrp="1"/>
          </p:cNvSpPr>
          <p:nvPr>
            <p:ph type="sldNum" sz="quarter" idx="12"/>
          </p:nvPr>
        </p:nvSpPr>
        <p:spPr/>
        <p:txBody>
          <a:bodyPr/>
          <a:lstStyle/>
          <a:p>
            <a:fld id="{22BD0E50-01B7-4B89-A980-51F9A64FACB1}" type="slidenum">
              <a:rPr lang="en-US" smtClean="0"/>
              <a:t>‹#›</a:t>
            </a:fld>
            <a:endParaRPr lang="en-US"/>
          </a:p>
        </p:txBody>
      </p:sp>
    </p:spTree>
    <p:extLst>
      <p:ext uri="{BB962C8B-B14F-4D97-AF65-F5344CB8AC3E}">
        <p14:creationId xmlns:p14="http://schemas.microsoft.com/office/powerpoint/2010/main" val="341991003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a:t>Clique para editar o título mestre</a:t>
            </a:r>
            <a:endParaRPr lang="en-US"/>
          </a:p>
        </p:txBody>
      </p:sp>
      <p:sp>
        <p:nvSpPr>
          <p:cNvPr id="3" name="Espaço Reservado para Conteúdo 2"/>
          <p:cNvSpPr>
            <a:spLocks noGrp="1"/>
          </p:cNvSpPr>
          <p:nvPr>
            <p:ph idx="1"/>
          </p:nvPr>
        </p:nvSpPr>
        <p:spPr/>
        <p:txBody>
          <a:bodyPr/>
          <a:lstStyle/>
          <a:p>
            <a:pPr lvl="0"/>
            <a:r>
              <a:rPr lang="pt-BR"/>
              <a:t>Clique para editar o texto mestre</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4" name="Espaço Reservado para Data 3"/>
          <p:cNvSpPr>
            <a:spLocks noGrp="1"/>
          </p:cNvSpPr>
          <p:nvPr>
            <p:ph type="dt" sz="half" idx="10"/>
          </p:nvPr>
        </p:nvSpPr>
        <p:spPr/>
        <p:txBody>
          <a:bodyPr/>
          <a:lstStyle/>
          <a:p>
            <a:fld id="{A9A6E6A7-8BB5-4312-AC96-9EE02D82EB11}" type="datetimeFigureOut">
              <a:rPr lang="en-US" smtClean="0"/>
              <a:t>7/16/2024</a:t>
            </a:fld>
            <a:endParaRPr lang="en-US"/>
          </a:p>
        </p:txBody>
      </p:sp>
      <p:sp>
        <p:nvSpPr>
          <p:cNvPr id="5" name="Espaço Reservado para Rodapé 4"/>
          <p:cNvSpPr>
            <a:spLocks noGrp="1"/>
          </p:cNvSpPr>
          <p:nvPr>
            <p:ph type="ftr" sz="quarter" idx="11"/>
          </p:nvPr>
        </p:nvSpPr>
        <p:spPr/>
        <p:txBody>
          <a:bodyPr/>
          <a:lstStyle/>
          <a:p>
            <a:endParaRPr lang="en-US"/>
          </a:p>
        </p:txBody>
      </p:sp>
      <p:sp>
        <p:nvSpPr>
          <p:cNvPr id="6" name="Espaço Reservado para Número de Slide 5"/>
          <p:cNvSpPr>
            <a:spLocks noGrp="1"/>
          </p:cNvSpPr>
          <p:nvPr>
            <p:ph type="sldNum" sz="quarter" idx="12"/>
          </p:nvPr>
        </p:nvSpPr>
        <p:spPr/>
        <p:txBody>
          <a:bodyPr/>
          <a:lstStyle/>
          <a:p>
            <a:fld id="{22BD0E50-01B7-4B89-A980-51F9A64FACB1}" type="slidenum">
              <a:rPr lang="en-US" smtClean="0"/>
              <a:t>‹#›</a:t>
            </a:fld>
            <a:endParaRPr lang="en-US"/>
          </a:p>
        </p:txBody>
      </p:sp>
    </p:spTree>
    <p:extLst>
      <p:ext uri="{BB962C8B-B14F-4D97-AF65-F5344CB8AC3E}">
        <p14:creationId xmlns:p14="http://schemas.microsoft.com/office/powerpoint/2010/main" val="367174142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p:cNvSpPr>
            <a:spLocks noGrp="1"/>
          </p:cNvSpPr>
          <p:nvPr>
            <p:ph type="title"/>
          </p:nvPr>
        </p:nvSpPr>
        <p:spPr>
          <a:xfrm>
            <a:off x="722313" y="4406900"/>
            <a:ext cx="7772400" cy="1362075"/>
          </a:xfrm>
        </p:spPr>
        <p:txBody>
          <a:bodyPr anchor="t"/>
          <a:lstStyle>
            <a:lvl1pPr algn="l">
              <a:defRPr sz="4000" b="1" cap="all"/>
            </a:lvl1pPr>
          </a:lstStyle>
          <a:p>
            <a:r>
              <a:rPr lang="pt-BR"/>
              <a:t>Clique para editar o título mestre</a:t>
            </a:r>
            <a:endParaRPr lang="en-US"/>
          </a:p>
        </p:txBody>
      </p:sp>
      <p:sp>
        <p:nvSpPr>
          <p:cNvPr id="3" name="Espaço Reservado para Texto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pt-BR"/>
              <a:t>Clique para editar o texto mestre</a:t>
            </a:r>
          </a:p>
        </p:txBody>
      </p:sp>
      <p:sp>
        <p:nvSpPr>
          <p:cNvPr id="4" name="Espaço Reservado para Data 3"/>
          <p:cNvSpPr>
            <a:spLocks noGrp="1"/>
          </p:cNvSpPr>
          <p:nvPr>
            <p:ph type="dt" sz="half" idx="10"/>
          </p:nvPr>
        </p:nvSpPr>
        <p:spPr/>
        <p:txBody>
          <a:bodyPr/>
          <a:lstStyle/>
          <a:p>
            <a:fld id="{A9A6E6A7-8BB5-4312-AC96-9EE02D82EB11}" type="datetimeFigureOut">
              <a:rPr lang="en-US" smtClean="0"/>
              <a:t>7/16/2024</a:t>
            </a:fld>
            <a:endParaRPr lang="en-US"/>
          </a:p>
        </p:txBody>
      </p:sp>
      <p:sp>
        <p:nvSpPr>
          <p:cNvPr id="5" name="Espaço Reservado para Rodapé 4"/>
          <p:cNvSpPr>
            <a:spLocks noGrp="1"/>
          </p:cNvSpPr>
          <p:nvPr>
            <p:ph type="ftr" sz="quarter" idx="11"/>
          </p:nvPr>
        </p:nvSpPr>
        <p:spPr/>
        <p:txBody>
          <a:bodyPr/>
          <a:lstStyle/>
          <a:p>
            <a:endParaRPr lang="en-US"/>
          </a:p>
        </p:txBody>
      </p:sp>
      <p:sp>
        <p:nvSpPr>
          <p:cNvPr id="6" name="Espaço Reservado para Número de Slide 5"/>
          <p:cNvSpPr>
            <a:spLocks noGrp="1"/>
          </p:cNvSpPr>
          <p:nvPr>
            <p:ph type="sldNum" sz="quarter" idx="12"/>
          </p:nvPr>
        </p:nvSpPr>
        <p:spPr/>
        <p:txBody>
          <a:bodyPr/>
          <a:lstStyle/>
          <a:p>
            <a:fld id="{22BD0E50-01B7-4B89-A980-51F9A64FACB1}" type="slidenum">
              <a:rPr lang="en-US" smtClean="0"/>
              <a:t>‹#›</a:t>
            </a:fld>
            <a:endParaRPr lang="en-US"/>
          </a:p>
        </p:txBody>
      </p:sp>
    </p:spTree>
    <p:extLst>
      <p:ext uri="{BB962C8B-B14F-4D97-AF65-F5344CB8AC3E}">
        <p14:creationId xmlns:p14="http://schemas.microsoft.com/office/powerpoint/2010/main" val="7400615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a:t>Clique para editar o título mestre</a:t>
            </a:r>
            <a:endParaRPr lang="en-US"/>
          </a:p>
        </p:txBody>
      </p:sp>
      <p:sp>
        <p:nvSpPr>
          <p:cNvPr id="3" name="Espaço Reservado para Conteúdo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pt-BR"/>
              <a:t>Clique para editar o texto mestre</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4" name="Espaço Reservado para Conteúdo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pt-BR"/>
              <a:t>Clique para editar o texto mestre</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5" name="Espaço Reservado para Data 4"/>
          <p:cNvSpPr>
            <a:spLocks noGrp="1"/>
          </p:cNvSpPr>
          <p:nvPr>
            <p:ph type="dt" sz="half" idx="10"/>
          </p:nvPr>
        </p:nvSpPr>
        <p:spPr/>
        <p:txBody>
          <a:bodyPr/>
          <a:lstStyle/>
          <a:p>
            <a:fld id="{A9A6E6A7-8BB5-4312-AC96-9EE02D82EB11}" type="datetimeFigureOut">
              <a:rPr lang="en-US" smtClean="0"/>
              <a:t>7/16/2024</a:t>
            </a:fld>
            <a:endParaRPr lang="en-US"/>
          </a:p>
        </p:txBody>
      </p:sp>
      <p:sp>
        <p:nvSpPr>
          <p:cNvPr id="6" name="Espaço Reservado para Rodapé 5"/>
          <p:cNvSpPr>
            <a:spLocks noGrp="1"/>
          </p:cNvSpPr>
          <p:nvPr>
            <p:ph type="ftr" sz="quarter" idx="11"/>
          </p:nvPr>
        </p:nvSpPr>
        <p:spPr/>
        <p:txBody>
          <a:bodyPr/>
          <a:lstStyle/>
          <a:p>
            <a:endParaRPr lang="en-US"/>
          </a:p>
        </p:txBody>
      </p:sp>
      <p:sp>
        <p:nvSpPr>
          <p:cNvPr id="7" name="Espaço Reservado para Número de Slide 6"/>
          <p:cNvSpPr>
            <a:spLocks noGrp="1"/>
          </p:cNvSpPr>
          <p:nvPr>
            <p:ph type="sldNum" sz="quarter" idx="12"/>
          </p:nvPr>
        </p:nvSpPr>
        <p:spPr/>
        <p:txBody>
          <a:bodyPr/>
          <a:lstStyle/>
          <a:p>
            <a:fld id="{22BD0E50-01B7-4B89-A980-51F9A64FACB1}" type="slidenum">
              <a:rPr lang="en-US" smtClean="0"/>
              <a:t>‹#›</a:t>
            </a:fld>
            <a:endParaRPr lang="en-US"/>
          </a:p>
        </p:txBody>
      </p:sp>
    </p:spTree>
    <p:extLst>
      <p:ext uri="{BB962C8B-B14F-4D97-AF65-F5344CB8AC3E}">
        <p14:creationId xmlns:p14="http://schemas.microsoft.com/office/powerpoint/2010/main" val="16123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lvl1pPr>
              <a:defRPr/>
            </a:lvl1pPr>
          </a:lstStyle>
          <a:p>
            <a:r>
              <a:rPr lang="pt-BR"/>
              <a:t>Clique para editar o título mestre</a:t>
            </a:r>
            <a:endParaRPr lang="en-US"/>
          </a:p>
        </p:txBody>
      </p:sp>
      <p:sp>
        <p:nvSpPr>
          <p:cNvPr id="3" name="Espaço Reservado para Texto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Clique para editar o texto mestre</a:t>
            </a:r>
          </a:p>
        </p:txBody>
      </p:sp>
      <p:sp>
        <p:nvSpPr>
          <p:cNvPr id="4" name="Espaço Reservado para Conteúdo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pt-BR"/>
              <a:t>Clique para editar o texto mestre</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5" name="Espaço Reservado para Texto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Clique para editar o texto mestre</a:t>
            </a:r>
          </a:p>
        </p:txBody>
      </p:sp>
      <p:sp>
        <p:nvSpPr>
          <p:cNvPr id="6" name="Espaço Reservado para Conteúdo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pt-BR"/>
              <a:t>Clique para editar o texto mestre</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7" name="Espaço Reservado para Data 6"/>
          <p:cNvSpPr>
            <a:spLocks noGrp="1"/>
          </p:cNvSpPr>
          <p:nvPr>
            <p:ph type="dt" sz="half" idx="10"/>
          </p:nvPr>
        </p:nvSpPr>
        <p:spPr/>
        <p:txBody>
          <a:bodyPr/>
          <a:lstStyle/>
          <a:p>
            <a:fld id="{A9A6E6A7-8BB5-4312-AC96-9EE02D82EB11}" type="datetimeFigureOut">
              <a:rPr lang="en-US" smtClean="0"/>
              <a:t>7/16/2024</a:t>
            </a:fld>
            <a:endParaRPr lang="en-US"/>
          </a:p>
        </p:txBody>
      </p:sp>
      <p:sp>
        <p:nvSpPr>
          <p:cNvPr id="8" name="Espaço Reservado para Rodapé 7"/>
          <p:cNvSpPr>
            <a:spLocks noGrp="1"/>
          </p:cNvSpPr>
          <p:nvPr>
            <p:ph type="ftr" sz="quarter" idx="11"/>
          </p:nvPr>
        </p:nvSpPr>
        <p:spPr/>
        <p:txBody>
          <a:bodyPr/>
          <a:lstStyle/>
          <a:p>
            <a:endParaRPr lang="en-US"/>
          </a:p>
        </p:txBody>
      </p:sp>
      <p:sp>
        <p:nvSpPr>
          <p:cNvPr id="9" name="Espaço Reservado para Número de Slide 8"/>
          <p:cNvSpPr>
            <a:spLocks noGrp="1"/>
          </p:cNvSpPr>
          <p:nvPr>
            <p:ph type="sldNum" sz="quarter" idx="12"/>
          </p:nvPr>
        </p:nvSpPr>
        <p:spPr/>
        <p:txBody>
          <a:bodyPr/>
          <a:lstStyle/>
          <a:p>
            <a:fld id="{22BD0E50-01B7-4B89-A980-51F9A64FACB1}" type="slidenum">
              <a:rPr lang="en-US" smtClean="0"/>
              <a:t>‹#›</a:t>
            </a:fld>
            <a:endParaRPr lang="en-US"/>
          </a:p>
        </p:txBody>
      </p:sp>
    </p:spTree>
    <p:extLst>
      <p:ext uri="{BB962C8B-B14F-4D97-AF65-F5344CB8AC3E}">
        <p14:creationId xmlns:p14="http://schemas.microsoft.com/office/powerpoint/2010/main" val="206793477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a:t>Clique para editar o título mestre</a:t>
            </a:r>
            <a:endParaRPr lang="en-US"/>
          </a:p>
        </p:txBody>
      </p:sp>
      <p:sp>
        <p:nvSpPr>
          <p:cNvPr id="3" name="Espaço Reservado para Data 2"/>
          <p:cNvSpPr>
            <a:spLocks noGrp="1"/>
          </p:cNvSpPr>
          <p:nvPr>
            <p:ph type="dt" sz="half" idx="10"/>
          </p:nvPr>
        </p:nvSpPr>
        <p:spPr/>
        <p:txBody>
          <a:bodyPr/>
          <a:lstStyle/>
          <a:p>
            <a:fld id="{A9A6E6A7-8BB5-4312-AC96-9EE02D82EB11}" type="datetimeFigureOut">
              <a:rPr lang="en-US" smtClean="0"/>
              <a:t>7/16/2024</a:t>
            </a:fld>
            <a:endParaRPr lang="en-US"/>
          </a:p>
        </p:txBody>
      </p:sp>
      <p:sp>
        <p:nvSpPr>
          <p:cNvPr id="4" name="Espaço Reservado para Rodapé 3"/>
          <p:cNvSpPr>
            <a:spLocks noGrp="1"/>
          </p:cNvSpPr>
          <p:nvPr>
            <p:ph type="ftr" sz="quarter" idx="11"/>
          </p:nvPr>
        </p:nvSpPr>
        <p:spPr/>
        <p:txBody>
          <a:bodyPr/>
          <a:lstStyle/>
          <a:p>
            <a:endParaRPr lang="en-US"/>
          </a:p>
        </p:txBody>
      </p:sp>
      <p:sp>
        <p:nvSpPr>
          <p:cNvPr id="5" name="Espaço Reservado para Número de Slide 4"/>
          <p:cNvSpPr>
            <a:spLocks noGrp="1"/>
          </p:cNvSpPr>
          <p:nvPr>
            <p:ph type="sldNum" sz="quarter" idx="12"/>
          </p:nvPr>
        </p:nvSpPr>
        <p:spPr/>
        <p:txBody>
          <a:bodyPr/>
          <a:lstStyle/>
          <a:p>
            <a:fld id="{22BD0E50-01B7-4B89-A980-51F9A64FACB1}" type="slidenum">
              <a:rPr lang="en-US" smtClean="0"/>
              <a:t>‹#›</a:t>
            </a:fld>
            <a:endParaRPr lang="en-US"/>
          </a:p>
        </p:txBody>
      </p:sp>
    </p:spTree>
    <p:extLst>
      <p:ext uri="{BB962C8B-B14F-4D97-AF65-F5344CB8AC3E}">
        <p14:creationId xmlns:p14="http://schemas.microsoft.com/office/powerpoint/2010/main" val="317291949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p:cNvSpPr>
            <a:spLocks noGrp="1"/>
          </p:cNvSpPr>
          <p:nvPr>
            <p:ph type="dt" sz="half" idx="10"/>
          </p:nvPr>
        </p:nvSpPr>
        <p:spPr/>
        <p:txBody>
          <a:bodyPr/>
          <a:lstStyle/>
          <a:p>
            <a:fld id="{A9A6E6A7-8BB5-4312-AC96-9EE02D82EB11}" type="datetimeFigureOut">
              <a:rPr lang="en-US" smtClean="0"/>
              <a:t>7/16/2024</a:t>
            </a:fld>
            <a:endParaRPr lang="en-US"/>
          </a:p>
        </p:txBody>
      </p:sp>
      <p:sp>
        <p:nvSpPr>
          <p:cNvPr id="3" name="Espaço Reservado para Rodapé 2"/>
          <p:cNvSpPr>
            <a:spLocks noGrp="1"/>
          </p:cNvSpPr>
          <p:nvPr>
            <p:ph type="ftr" sz="quarter" idx="11"/>
          </p:nvPr>
        </p:nvSpPr>
        <p:spPr/>
        <p:txBody>
          <a:bodyPr/>
          <a:lstStyle/>
          <a:p>
            <a:endParaRPr lang="en-US"/>
          </a:p>
        </p:txBody>
      </p:sp>
      <p:sp>
        <p:nvSpPr>
          <p:cNvPr id="4" name="Espaço Reservado para Número de Slide 3"/>
          <p:cNvSpPr>
            <a:spLocks noGrp="1"/>
          </p:cNvSpPr>
          <p:nvPr>
            <p:ph type="sldNum" sz="quarter" idx="12"/>
          </p:nvPr>
        </p:nvSpPr>
        <p:spPr/>
        <p:txBody>
          <a:bodyPr/>
          <a:lstStyle/>
          <a:p>
            <a:fld id="{22BD0E50-01B7-4B89-A980-51F9A64FACB1}" type="slidenum">
              <a:rPr lang="en-US" smtClean="0"/>
              <a:t>‹#›</a:t>
            </a:fld>
            <a:endParaRPr lang="en-US"/>
          </a:p>
        </p:txBody>
      </p:sp>
    </p:spTree>
    <p:extLst>
      <p:ext uri="{BB962C8B-B14F-4D97-AF65-F5344CB8AC3E}">
        <p14:creationId xmlns:p14="http://schemas.microsoft.com/office/powerpoint/2010/main" val="210040979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p:cNvSpPr>
            <a:spLocks noGrp="1"/>
          </p:cNvSpPr>
          <p:nvPr>
            <p:ph type="title"/>
          </p:nvPr>
        </p:nvSpPr>
        <p:spPr>
          <a:xfrm>
            <a:off x="457200" y="273050"/>
            <a:ext cx="3008313" cy="1162050"/>
          </a:xfrm>
        </p:spPr>
        <p:txBody>
          <a:bodyPr anchor="b"/>
          <a:lstStyle>
            <a:lvl1pPr algn="l">
              <a:defRPr sz="2000" b="1"/>
            </a:lvl1pPr>
          </a:lstStyle>
          <a:p>
            <a:r>
              <a:rPr lang="pt-BR"/>
              <a:t>Clique para editar o título mestre</a:t>
            </a:r>
            <a:endParaRPr lang="en-US"/>
          </a:p>
        </p:txBody>
      </p:sp>
      <p:sp>
        <p:nvSpPr>
          <p:cNvPr id="3" name="Espaço Reservado para Conteúdo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Clique para editar o texto mestre</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4" name="Espaço Reservado para Texto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pt-BR"/>
              <a:t>Clique para editar o texto mestre</a:t>
            </a:r>
          </a:p>
        </p:txBody>
      </p:sp>
      <p:sp>
        <p:nvSpPr>
          <p:cNvPr id="5" name="Espaço Reservado para Data 4"/>
          <p:cNvSpPr>
            <a:spLocks noGrp="1"/>
          </p:cNvSpPr>
          <p:nvPr>
            <p:ph type="dt" sz="half" idx="10"/>
          </p:nvPr>
        </p:nvSpPr>
        <p:spPr/>
        <p:txBody>
          <a:bodyPr/>
          <a:lstStyle/>
          <a:p>
            <a:fld id="{A9A6E6A7-8BB5-4312-AC96-9EE02D82EB11}" type="datetimeFigureOut">
              <a:rPr lang="en-US" smtClean="0"/>
              <a:t>7/16/2024</a:t>
            </a:fld>
            <a:endParaRPr lang="en-US"/>
          </a:p>
        </p:txBody>
      </p:sp>
      <p:sp>
        <p:nvSpPr>
          <p:cNvPr id="6" name="Espaço Reservado para Rodapé 5"/>
          <p:cNvSpPr>
            <a:spLocks noGrp="1"/>
          </p:cNvSpPr>
          <p:nvPr>
            <p:ph type="ftr" sz="quarter" idx="11"/>
          </p:nvPr>
        </p:nvSpPr>
        <p:spPr/>
        <p:txBody>
          <a:bodyPr/>
          <a:lstStyle/>
          <a:p>
            <a:endParaRPr lang="en-US"/>
          </a:p>
        </p:txBody>
      </p:sp>
      <p:sp>
        <p:nvSpPr>
          <p:cNvPr id="7" name="Espaço Reservado para Número de Slide 6"/>
          <p:cNvSpPr>
            <a:spLocks noGrp="1"/>
          </p:cNvSpPr>
          <p:nvPr>
            <p:ph type="sldNum" sz="quarter" idx="12"/>
          </p:nvPr>
        </p:nvSpPr>
        <p:spPr/>
        <p:txBody>
          <a:bodyPr/>
          <a:lstStyle/>
          <a:p>
            <a:fld id="{22BD0E50-01B7-4B89-A980-51F9A64FACB1}" type="slidenum">
              <a:rPr lang="en-US" smtClean="0"/>
              <a:t>‹#›</a:t>
            </a:fld>
            <a:endParaRPr lang="en-US"/>
          </a:p>
        </p:txBody>
      </p:sp>
    </p:spTree>
    <p:extLst>
      <p:ext uri="{BB962C8B-B14F-4D97-AF65-F5344CB8AC3E}">
        <p14:creationId xmlns:p14="http://schemas.microsoft.com/office/powerpoint/2010/main" val="207238931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p:cNvSpPr>
            <a:spLocks noGrp="1"/>
          </p:cNvSpPr>
          <p:nvPr>
            <p:ph type="title"/>
          </p:nvPr>
        </p:nvSpPr>
        <p:spPr>
          <a:xfrm>
            <a:off x="1792288" y="4800600"/>
            <a:ext cx="5486400" cy="566738"/>
          </a:xfrm>
        </p:spPr>
        <p:txBody>
          <a:bodyPr anchor="b"/>
          <a:lstStyle>
            <a:lvl1pPr algn="l">
              <a:defRPr sz="2000" b="1"/>
            </a:lvl1pPr>
          </a:lstStyle>
          <a:p>
            <a:r>
              <a:rPr lang="pt-BR"/>
              <a:t>Clique para editar o título mestre</a:t>
            </a:r>
            <a:endParaRPr lang="en-US"/>
          </a:p>
        </p:txBody>
      </p:sp>
      <p:sp>
        <p:nvSpPr>
          <p:cNvPr id="3" name="Espaço Reservado para Imagem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Espaço Reservado para Texto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pt-BR"/>
              <a:t>Clique para editar o texto mestre</a:t>
            </a:r>
          </a:p>
        </p:txBody>
      </p:sp>
      <p:sp>
        <p:nvSpPr>
          <p:cNvPr id="5" name="Espaço Reservado para Data 4"/>
          <p:cNvSpPr>
            <a:spLocks noGrp="1"/>
          </p:cNvSpPr>
          <p:nvPr>
            <p:ph type="dt" sz="half" idx="10"/>
          </p:nvPr>
        </p:nvSpPr>
        <p:spPr/>
        <p:txBody>
          <a:bodyPr/>
          <a:lstStyle/>
          <a:p>
            <a:fld id="{A9A6E6A7-8BB5-4312-AC96-9EE02D82EB11}" type="datetimeFigureOut">
              <a:rPr lang="en-US" smtClean="0"/>
              <a:t>7/16/2024</a:t>
            </a:fld>
            <a:endParaRPr lang="en-US"/>
          </a:p>
        </p:txBody>
      </p:sp>
      <p:sp>
        <p:nvSpPr>
          <p:cNvPr id="6" name="Espaço Reservado para Rodapé 5"/>
          <p:cNvSpPr>
            <a:spLocks noGrp="1"/>
          </p:cNvSpPr>
          <p:nvPr>
            <p:ph type="ftr" sz="quarter" idx="11"/>
          </p:nvPr>
        </p:nvSpPr>
        <p:spPr/>
        <p:txBody>
          <a:bodyPr/>
          <a:lstStyle/>
          <a:p>
            <a:endParaRPr lang="en-US"/>
          </a:p>
        </p:txBody>
      </p:sp>
      <p:sp>
        <p:nvSpPr>
          <p:cNvPr id="7" name="Espaço Reservado para Número de Slide 6"/>
          <p:cNvSpPr>
            <a:spLocks noGrp="1"/>
          </p:cNvSpPr>
          <p:nvPr>
            <p:ph type="sldNum" sz="quarter" idx="12"/>
          </p:nvPr>
        </p:nvSpPr>
        <p:spPr/>
        <p:txBody>
          <a:bodyPr/>
          <a:lstStyle/>
          <a:p>
            <a:fld id="{22BD0E50-01B7-4B89-A980-51F9A64FACB1}" type="slidenum">
              <a:rPr lang="en-US" smtClean="0"/>
              <a:t>‹#›</a:t>
            </a:fld>
            <a:endParaRPr lang="en-US"/>
          </a:p>
        </p:txBody>
      </p:sp>
    </p:spTree>
    <p:extLst>
      <p:ext uri="{BB962C8B-B14F-4D97-AF65-F5344CB8AC3E}">
        <p14:creationId xmlns:p14="http://schemas.microsoft.com/office/powerpoint/2010/main" val="29691033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a:t>Clique para editar o título mestre</a:t>
            </a:r>
            <a:endParaRPr lang="en-US"/>
          </a:p>
        </p:txBody>
      </p:sp>
      <p:sp>
        <p:nvSpPr>
          <p:cNvPr id="3" name="Espaço Reservado para Texto Vertical 2"/>
          <p:cNvSpPr>
            <a:spLocks noGrp="1"/>
          </p:cNvSpPr>
          <p:nvPr>
            <p:ph type="body" orient="vert" idx="1"/>
          </p:nvPr>
        </p:nvSpPr>
        <p:spPr/>
        <p:txBody>
          <a:bodyPr vert="eaVert"/>
          <a:lstStyle/>
          <a:p>
            <a:pPr lvl="0"/>
            <a:r>
              <a:rPr lang="pt-BR"/>
              <a:t>Clique para editar o texto mestre</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4" name="Espaço Reservado para Data 3"/>
          <p:cNvSpPr>
            <a:spLocks noGrp="1"/>
          </p:cNvSpPr>
          <p:nvPr>
            <p:ph type="dt" sz="half" idx="10"/>
          </p:nvPr>
        </p:nvSpPr>
        <p:spPr/>
        <p:txBody>
          <a:bodyPr/>
          <a:lstStyle/>
          <a:p>
            <a:fld id="{A9A6E6A7-8BB5-4312-AC96-9EE02D82EB11}" type="datetimeFigureOut">
              <a:rPr lang="en-US" smtClean="0"/>
              <a:t>7/16/2024</a:t>
            </a:fld>
            <a:endParaRPr lang="en-US"/>
          </a:p>
        </p:txBody>
      </p:sp>
      <p:sp>
        <p:nvSpPr>
          <p:cNvPr id="5" name="Espaço Reservado para Rodapé 4"/>
          <p:cNvSpPr>
            <a:spLocks noGrp="1"/>
          </p:cNvSpPr>
          <p:nvPr>
            <p:ph type="ftr" sz="quarter" idx="11"/>
          </p:nvPr>
        </p:nvSpPr>
        <p:spPr/>
        <p:txBody>
          <a:bodyPr/>
          <a:lstStyle/>
          <a:p>
            <a:endParaRPr lang="en-US"/>
          </a:p>
        </p:txBody>
      </p:sp>
      <p:sp>
        <p:nvSpPr>
          <p:cNvPr id="6" name="Espaço Reservado para Número de Slide 5"/>
          <p:cNvSpPr>
            <a:spLocks noGrp="1"/>
          </p:cNvSpPr>
          <p:nvPr>
            <p:ph type="sldNum" sz="quarter" idx="12"/>
          </p:nvPr>
        </p:nvSpPr>
        <p:spPr/>
        <p:txBody>
          <a:bodyPr/>
          <a:lstStyle/>
          <a:p>
            <a:fld id="{22BD0E50-01B7-4B89-A980-51F9A64FACB1}" type="slidenum">
              <a:rPr lang="en-US" smtClean="0"/>
              <a:t>‹#›</a:t>
            </a:fld>
            <a:endParaRPr lang="en-US"/>
          </a:p>
        </p:txBody>
      </p:sp>
    </p:spTree>
    <p:extLst>
      <p:ext uri="{BB962C8B-B14F-4D97-AF65-F5344CB8AC3E}">
        <p14:creationId xmlns:p14="http://schemas.microsoft.com/office/powerpoint/2010/main" val="351335708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e texto verticais">
    <p:spTree>
      <p:nvGrpSpPr>
        <p:cNvPr id="1" name=""/>
        <p:cNvGrpSpPr/>
        <p:nvPr/>
      </p:nvGrpSpPr>
      <p:grpSpPr>
        <a:xfrm>
          <a:off x="0" y="0"/>
          <a:ext cx="0" cy="0"/>
          <a:chOff x="0" y="0"/>
          <a:chExt cx="0" cy="0"/>
        </a:xfrm>
      </p:grpSpPr>
      <p:sp>
        <p:nvSpPr>
          <p:cNvPr id="2" name="Título Vertical 1"/>
          <p:cNvSpPr>
            <a:spLocks noGrp="1"/>
          </p:cNvSpPr>
          <p:nvPr>
            <p:ph type="title" orient="vert"/>
          </p:nvPr>
        </p:nvSpPr>
        <p:spPr>
          <a:xfrm>
            <a:off x="6629400" y="274638"/>
            <a:ext cx="2057400" cy="5851525"/>
          </a:xfrm>
        </p:spPr>
        <p:txBody>
          <a:bodyPr vert="eaVert"/>
          <a:lstStyle/>
          <a:p>
            <a:r>
              <a:rPr lang="pt-BR"/>
              <a:t>Clique para editar o título mestre</a:t>
            </a:r>
            <a:endParaRPr lang="en-US"/>
          </a:p>
        </p:txBody>
      </p:sp>
      <p:sp>
        <p:nvSpPr>
          <p:cNvPr id="3" name="Espaço Reservado para Texto Vertical 2"/>
          <p:cNvSpPr>
            <a:spLocks noGrp="1"/>
          </p:cNvSpPr>
          <p:nvPr>
            <p:ph type="body" orient="vert" idx="1"/>
          </p:nvPr>
        </p:nvSpPr>
        <p:spPr>
          <a:xfrm>
            <a:off x="457200" y="274638"/>
            <a:ext cx="6019800" cy="5851525"/>
          </a:xfrm>
        </p:spPr>
        <p:txBody>
          <a:bodyPr vert="eaVert"/>
          <a:lstStyle/>
          <a:p>
            <a:pPr lvl="0"/>
            <a:r>
              <a:rPr lang="pt-BR"/>
              <a:t>Clique para editar o texto mestre</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4" name="Espaço Reservado para Data 3"/>
          <p:cNvSpPr>
            <a:spLocks noGrp="1"/>
          </p:cNvSpPr>
          <p:nvPr>
            <p:ph type="dt" sz="half" idx="10"/>
          </p:nvPr>
        </p:nvSpPr>
        <p:spPr/>
        <p:txBody>
          <a:bodyPr/>
          <a:lstStyle/>
          <a:p>
            <a:fld id="{A9A6E6A7-8BB5-4312-AC96-9EE02D82EB11}" type="datetimeFigureOut">
              <a:rPr lang="en-US" smtClean="0"/>
              <a:t>7/16/2024</a:t>
            </a:fld>
            <a:endParaRPr lang="en-US"/>
          </a:p>
        </p:txBody>
      </p:sp>
      <p:sp>
        <p:nvSpPr>
          <p:cNvPr id="5" name="Espaço Reservado para Rodapé 4"/>
          <p:cNvSpPr>
            <a:spLocks noGrp="1"/>
          </p:cNvSpPr>
          <p:nvPr>
            <p:ph type="ftr" sz="quarter" idx="11"/>
          </p:nvPr>
        </p:nvSpPr>
        <p:spPr/>
        <p:txBody>
          <a:bodyPr/>
          <a:lstStyle/>
          <a:p>
            <a:endParaRPr lang="en-US"/>
          </a:p>
        </p:txBody>
      </p:sp>
      <p:sp>
        <p:nvSpPr>
          <p:cNvPr id="6" name="Espaço Reservado para Número de Slide 5"/>
          <p:cNvSpPr>
            <a:spLocks noGrp="1"/>
          </p:cNvSpPr>
          <p:nvPr>
            <p:ph type="sldNum" sz="quarter" idx="12"/>
          </p:nvPr>
        </p:nvSpPr>
        <p:spPr/>
        <p:txBody>
          <a:bodyPr/>
          <a:lstStyle/>
          <a:p>
            <a:fld id="{22BD0E50-01B7-4B89-A980-51F9A64FACB1}" type="slidenum">
              <a:rPr lang="en-US" smtClean="0"/>
              <a:t>‹#›</a:t>
            </a:fld>
            <a:endParaRPr lang="en-US"/>
          </a:p>
        </p:txBody>
      </p:sp>
    </p:spTree>
    <p:extLst>
      <p:ext uri="{BB962C8B-B14F-4D97-AF65-F5344CB8AC3E}">
        <p14:creationId xmlns:p14="http://schemas.microsoft.com/office/powerpoint/2010/main" val="83212749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pt-BR"/>
              <a:t>Clique para editar o título mestre</a:t>
            </a:r>
            <a:endParaRPr lang="en-US"/>
          </a:p>
        </p:txBody>
      </p:sp>
      <p:sp>
        <p:nvSpPr>
          <p:cNvPr id="3" name="Espaço Reservado para Texto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pt-BR"/>
              <a:t>Clique para editar o texto mestre</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4" name="Espaço Reservado para Data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9A6E6A7-8BB5-4312-AC96-9EE02D82EB11}" type="datetimeFigureOut">
              <a:rPr lang="en-US" smtClean="0"/>
              <a:t>7/16/2024</a:t>
            </a:fld>
            <a:endParaRPr lang="en-US"/>
          </a:p>
        </p:txBody>
      </p:sp>
      <p:sp>
        <p:nvSpPr>
          <p:cNvPr id="5" name="Espaço Reservado para Rodapé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Espaço Reservado para Número de Slide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2BD0E50-01B7-4B89-A980-51F9A64FACB1}" type="slidenum">
              <a:rPr lang="en-US" smtClean="0"/>
              <a:t>‹#›</a:t>
            </a:fld>
            <a:endParaRPr lang="en-US"/>
          </a:p>
        </p:txBody>
      </p:sp>
    </p:spTree>
    <p:extLst>
      <p:ext uri="{BB962C8B-B14F-4D97-AF65-F5344CB8AC3E}">
        <p14:creationId xmlns:p14="http://schemas.microsoft.com/office/powerpoint/2010/main" val="133294440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7.xml"/><Relationship Id="rId5" Type="http://schemas.openxmlformats.org/officeDocument/2006/relationships/image" Target="../media/image6.png"/><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AC62907F-8DF9-97CD-405F-2C32851591FD}"/>
              </a:ext>
            </a:extLst>
          </p:cNvPr>
          <p:cNvPicPr>
            <a:picLocks noChangeAspect="1"/>
          </p:cNvPicPr>
          <p:nvPr/>
        </p:nvPicPr>
        <p:blipFill>
          <a:blip r:embed="rId3"/>
          <a:stretch>
            <a:fillRect/>
          </a:stretch>
        </p:blipFill>
        <p:spPr>
          <a:xfrm>
            <a:off x="967533" y="1303353"/>
            <a:ext cx="7441841" cy="4547587"/>
          </a:xfrm>
          <a:prstGeom prst="rect">
            <a:avLst/>
          </a:prstGeom>
        </p:spPr>
      </p:pic>
      <p:sp>
        <p:nvSpPr>
          <p:cNvPr id="6" name="Oval 5">
            <a:extLst>
              <a:ext uri="{FF2B5EF4-FFF2-40B4-BE49-F238E27FC236}">
                <a16:creationId xmlns:a16="http://schemas.microsoft.com/office/drawing/2014/main" id="{29695549-7A8D-976B-20A7-C4E21BD7A45F}"/>
              </a:ext>
            </a:extLst>
          </p:cNvPr>
          <p:cNvSpPr/>
          <p:nvPr/>
        </p:nvSpPr>
        <p:spPr>
          <a:xfrm>
            <a:off x="4895485" y="5053273"/>
            <a:ext cx="113963" cy="105963"/>
          </a:xfrm>
          <a:prstGeom prst="ellipse">
            <a:avLst/>
          </a:prstGeom>
          <a:solidFill>
            <a:srgbClr val="FFFF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sz="788" dirty="0">
                <a:solidFill>
                  <a:schemeClr val="tx1"/>
                </a:solidFill>
              </a:rPr>
              <a:t>1</a:t>
            </a:r>
            <a:endParaRPr lang="en-US" sz="788" dirty="0">
              <a:solidFill>
                <a:schemeClr val="tx1"/>
              </a:solidFill>
            </a:endParaRPr>
          </a:p>
        </p:txBody>
      </p:sp>
      <p:sp>
        <p:nvSpPr>
          <p:cNvPr id="7" name="Oval 6">
            <a:extLst>
              <a:ext uri="{FF2B5EF4-FFF2-40B4-BE49-F238E27FC236}">
                <a16:creationId xmlns:a16="http://schemas.microsoft.com/office/drawing/2014/main" id="{0FDA52D9-9513-846B-7306-1136C5535817}"/>
              </a:ext>
            </a:extLst>
          </p:cNvPr>
          <p:cNvSpPr/>
          <p:nvPr/>
        </p:nvSpPr>
        <p:spPr>
          <a:xfrm>
            <a:off x="7665716" y="2611214"/>
            <a:ext cx="113963" cy="105963"/>
          </a:xfrm>
          <a:prstGeom prst="ellipse">
            <a:avLst/>
          </a:prstGeom>
          <a:solidFill>
            <a:srgbClr val="FFFF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sz="788" dirty="0">
                <a:solidFill>
                  <a:schemeClr val="tx1"/>
                </a:solidFill>
              </a:rPr>
              <a:t>2</a:t>
            </a:r>
            <a:endParaRPr lang="en-US" sz="788" dirty="0">
              <a:solidFill>
                <a:schemeClr val="tx1"/>
              </a:solidFill>
            </a:endParaRPr>
          </a:p>
        </p:txBody>
      </p:sp>
      <p:sp>
        <p:nvSpPr>
          <p:cNvPr id="8" name="Oval 7">
            <a:extLst>
              <a:ext uri="{FF2B5EF4-FFF2-40B4-BE49-F238E27FC236}">
                <a16:creationId xmlns:a16="http://schemas.microsoft.com/office/drawing/2014/main" id="{EB130AC0-5687-F863-585A-9386D5476D85}"/>
              </a:ext>
            </a:extLst>
          </p:cNvPr>
          <p:cNvSpPr/>
          <p:nvPr/>
        </p:nvSpPr>
        <p:spPr>
          <a:xfrm>
            <a:off x="4574491" y="1303353"/>
            <a:ext cx="113963" cy="105963"/>
          </a:xfrm>
          <a:prstGeom prst="ellipse">
            <a:avLst/>
          </a:prstGeom>
          <a:solidFill>
            <a:srgbClr val="FFFF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sz="788" dirty="0">
                <a:solidFill>
                  <a:schemeClr val="tx1"/>
                </a:solidFill>
              </a:rPr>
              <a:t>3</a:t>
            </a:r>
            <a:endParaRPr lang="en-US" sz="788" dirty="0">
              <a:solidFill>
                <a:schemeClr val="tx1"/>
              </a:solidFill>
            </a:endParaRPr>
          </a:p>
        </p:txBody>
      </p:sp>
      <p:sp>
        <p:nvSpPr>
          <p:cNvPr id="9" name="Oval 8">
            <a:extLst>
              <a:ext uri="{FF2B5EF4-FFF2-40B4-BE49-F238E27FC236}">
                <a16:creationId xmlns:a16="http://schemas.microsoft.com/office/drawing/2014/main" id="{D33C2CF4-9362-4B45-C73F-5DF702D67D09}"/>
              </a:ext>
            </a:extLst>
          </p:cNvPr>
          <p:cNvSpPr/>
          <p:nvPr/>
        </p:nvSpPr>
        <p:spPr>
          <a:xfrm>
            <a:off x="1663705" y="2505250"/>
            <a:ext cx="113963" cy="105963"/>
          </a:xfrm>
          <a:prstGeom prst="ellipse">
            <a:avLst/>
          </a:prstGeom>
          <a:solidFill>
            <a:srgbClr val="FFFF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sz="788" dirty="0">
                <a:solidFill>
                  <a:schemeClr val="tx1"/>
                </a:solidFill>
              </a:rPr>
              <a:t>0</a:t>
            </a:r>
            <a:endParaRPr lang="en-US" sz="788" dirty="0">
              <a:solidFill>
                <a:schemeClr val="tx1"/>
              </a:solidFill>
            </a:endParaRPr>
          </a:p>
        </p:txBody>
      </p:sp>
      <p:sp>
        <p:nvSpPr>
          <p:cNvPr id="10" name="Oval 9">
            <a:extLst>
              <a:ext uri="{FF2B5EF4-FFF2-40B4-BE49-F238E27FC236}">
                <a16:creationId xmlns:a16="http://schemas.microsoft.com/office/drawing/2014/main" id="{690C1BEC-D648-49F6-B7E0-9E8D6DDDD62A}"/>
              </a:ext>
            </a:extLst>
          </p:cNvPr>
          <p:cNvSpPr/>
          <p:nvPr/>
        </p:nvSpPr>
        <p:spPr>
          <a:xfrm>
            <a:off x="1144675" y="2500345"/>
            <a:ext cx="113963" cy="105963"/>
          </a:xfrm>
          <a:prstGeom prst="ellipse">
            <a:avLst/>
          </a:prstGeom>
          <a:solidFill>
            <a:srgbClr val="00B05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sz="788" dirty="0">
                <a:solidFill>
                  <a:schemeClr val="tx1"/>
                </a:solidFill>
              </a:rPr>
              <a:t>4</a:t>
            </a:r>
            <a:endParaRPr lang="en-US" sz="788" dirty="0">
              <a:solidFill>
                <a:schemeClr val="tx1"/>
              </a:solidFill>
            </a:endParaRPr>
          </a:p>
        </p:txBody>
      </p:sp>
      <p:sp>
        <p:nvSpPr>
          <p:cNvPr id="11" name="Oval 10">
            <a:extLst>
              <a:ext uri="{FF2B5EF4-FFF2-40B4-BE49-F238E27FC236}">
                <a16:creationId xmlns:a16="http://schemas.microsoft.com/office/drawing/2014/main" id="{13B6F711-2F98-25F7-C6CE-C9BBF20BEB9E}"/>
              </a:ext>
            </a:extLst>
          </p:cNvPr>
          <p:cNvSpPr/>
          <p:nvPr/>
        </p:nvSpPr>
        <p:spPr>
          <a:xfrm>
            <a:off x="8120113" y="2612194"/>
            <a:ext cx="113963" cy="105963"/>
          </a:xfrm>
          <a:prstGeom prst="ellipse">
            <a:avLst/>
          </a:prstGeom>
          <a:solidFill>
            <a:srgbClr val="00B05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sz="788" dirty="0">
                <a:solidFill>
                  <a:schemeClr val="tx1"/>
                </a:solidFill>
              </a:rPr>
              <a:t>6</a:t>
            </a:r>
            <a:endParaRPr lang="en-US" sz="788" dirty="0">
              <a:solidFill>
                <a:schemeClr val="tx1"/>
              </a:solidFill>
            </a:endParaRPr>
          </a:p>
        </p:txBody>
      </p:sp>
      <p:sp>
        <p:nvSpPr>
          <p:cNvPr id="12" name="Oval 11">
            <a:extLst>
              <a:ext uri="{FF2B5EF4-FFF2-40B4-BE49-F238E27FC236}">
                <a16:creationId xmlns:a16="http://schemas.microsoft.com/office/drawing/2014/main" id="{11E386B1-12F6-EE8D-6CBB-06C2463B82A3}"/>
              </a:ext>
            </a:extLst>
          </p:cNvPr>
          <p:cNvSpPr/>
          <p:nvPr/>
        </p:nvSpPr>
        <p:spPr>
          <a:xfrm>
            <a:off x="4931348" y="5744977"/>
            <a:ext cx="113963" cy="105963"/>
          </a:xfrm>
          <a:prstGeom prst="ellipse">
            <a:avLst/>
          </a:prstGeom>
          <a:solidFill>
            <a:srgbClr val="00B05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sz="788" dirty="0">
                <a:solidFill>
                  <a:schemeClr val="tx1"/>
                </a:solidFill>
              </a:rPr>
              <a:t>5</a:t>
            </a:r>
            <a:endParaRPr lang="en-US" sz="788" dirty="0">
              <a:solidFill>
                <a:schemeClr val="tx1"/>
              </a:solidFill>
            </a:endParaRPr>
          </a:p>
        </p:txBody>
      </p:sp>
      <p:sp>
        <p:nvSpPr>
          <p:cNvPr id="14" name="Oval 13">
            <a:extLst>
              <a:ext uri="{FF2B5EF4-FFF2-40B4-BE49-F238E27FC236}">
                <a16:creationId xmlns:a16="http://schemas.microsoft.com/office/drawing/2014/main" id="{B6AF2557-5F95-98D3-2B56-F213A47A7B6F}"/>
              </a:ext>
            </a:extLst>
          </p:cNvPr>
          <p:cNvSpPr/>
          <p:nvPr/>
        </p:nvSpPr>
        <p:spPr>
          <a:xfrm>
            <a:off x="4515019" y="1007060"/>
            <a:ext cx="113963" cy="105963"/>
          </a:xfrm>
          <a:prstGeom prst="ellipse">
            <a:avLst/>
          </a:prstGeom>
          <a:solidFill>
            <a:srgbClr val="00B05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sz="788" dirty="0">
                <a:solidFill>
                  <a:schemeClr val="tx1"/>
                </a:solidFill>
              </a:rPr>
              <a:t>7</a:t>
            </a:r>
            <a:endParaRPr lang="en-US" sz="788" dirty="0">
              <a:solidFill>
                <a:schemeClr val="tx1"/>
              </a:solidFill>
            </a:endParaRPr>
          </a:p>
        </p:txBody>
      </p:sp>
      <p:sp>
        <p:nvSpPr>
          <p:cNvPr id="15" name="Oval 14">
            <a:extLst>
              <a:ext uri="{FF2B5EF4-FFF2-40B4-BE49-F238E27FC236}">
                <a16:creationId xmlns:a16="http://schemas.microsoft.com/office/drawing/2014/main" id="{6E762819-4D25-7D61-04F8-5D19965BA3F0}"/>
              </a:ext>
            </a:extLst>
          </p:cNvPr>
          <p:cNvSpPr/>
          <p:nvPr/>
        </p:nvSpPr>
        <p:spPr>
          <a:xfrm>
            <a:off x="1904513" y="3198818"/>
            <a:ext cx="113963" cy="105963"/>
          </a:xfrm>
          <a:prstGeom prst="ellipse">
            <a:avLst/>
          </a:prstGeom>
          <a:solidFill>
            <a:srgbClr val="FF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sz="788" dirty="0">
                <a:solidFill>
                  <a:schemeClr val="tx1"/>
                </a:solidFill>
              </a:rPr>
              <a:t>8</a:t>
            </a:r>
            <a:endParaRPr lang="en-US" sz="788" dirty="0">
              <a:solidFill>
                <a:schemeClr val="tx1"/>
              </a:solidFill>
            </a:endParaRPr>
          </a:p>
        </p:txBody>
      </p:sp>
      <p:sp>
        <p:nvSpPr>
          <p:cNvPr id="16" name="Oval 15">
            <a:extLst>
              <a:ext uri="{FF2B5EF4-FFF2-40B4-BE49-F238E27FC236}">
                <a16:creationId xmlns:a16="http://schemas.microsoft.com/office/drawing/2014/main" id="{5EAF0DB5-8014-46C6-F955-CCBA57B5E1B2}"/>
              </a:ext>
            </a:extLst>
          </p:cNvPr>
          <p:cNvSpPr/>
          <p:nvPr/>
        </p:nvSpPr>
        <p:spPr>
          <a:xfrm>
            <a:off x="4750112" y="5713550"/>
            <a:ext cx="113963" cy="105963"/>
          </a:xfrm>
          <a:prstGeom prst="ellipse">
            <a:avLst/>
          </a:prstGeom>
          <a:solidFill>
            <a:srgbClr val="FF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sz="788" dirty="0">
                <a:solidFill>
                  <a:schemeClr val="tx1"/>
                </a:solidFill>
              </a:rPr>
              <a:t>9</a:t>
            </a:r>
            <a:endParaRPr lang="en-US" sz="788" dirty="0">
              <a:solidFill>
                <a:schemeClr val="tx1"/>
              </a:solidFill>
            </a:endParaRPr>
          </a:p>
        </p:txBody>
      </p:sp>
      <p:sp>
        <p:nvSpPr>
          <p:cNvPr id="17" name="Oval 16">
            <a:extLst>
              <a:ext uri="{FF2B5EF4-FFF2-40B4-BE49-F238E27FC236}">
                <a16:creationId xmlns:a16="http://schemas.microsoft.com/office/drawing/2014/main" id="{8601C441-5673-4698-A73B-B915E104BA3E}"/>
              </a:ext>
            </a:extLst>
          </p:cNvPr>
          <p:cNvSpPr/>
          <p:nvPr/>
        </p:nvSpPr>
        <p:spPr>
          <a:xfrm>
            <a:off x="7380521" y="3198818"/>
            <a:ext cx="113963" cy="105963"/>
          </a:xfrm>
          <a:prstGeom prst="ellipse">
            <a:avLst/>
          </a:prstGeom>
          <a:solidFill>
            <a:srgbClr val="FF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r>
              <a:rPr lang="pt-BR" sz="600" dirty="0">
                <a:solidFill>
                  <a:schemeClr val="tx1"/>
                </a:solidFill>
              </a:rPr>
              <a:t>10</a:t>
            </a:r>
            <a:endParaRPr lang="en-US" sz="600" dirty="0">
              <a:solidFill>
                <a:schemeClr val="tx1"/>
              </a:solidFill>
            </a:endParaRPr>
          </a:p>
        </p:txBody>
      </p:sp>
      <p:sp>
        <p:nvSpPr>
          <p:cNvPr id="18" name="Oval 17">
            <a:extLst>
              <a:ext uri="{FF2B5EF4-FFF2-40B4-BE49-F238E27FC236}">
                <a16:creationId xmlns:a16="http://schemas.microsoft.com/office/drawing/2014/main" id="{99E9C047-F925-A223-3E01-BA1A4E8C8D49}"/>
              </a:ext>
            </a:extLst>
          </p:cNvPr>
          <p:cNvSpPr/>
          <p:nvPr/>
        </p:nvSpPr>
        <p:spPr>
          <a:xfrm>
            <a:off x="4515019" y="1901569"/>
            <a:ext cx="113963" cy="105963"/>
          </a:xfrm>
          <a:prstGeom prst="ellipse">
            <a:avLst/>
          </a:prstGeom>
          <a:solidFill>
            <a:srgbClr val="FF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r>
              <a:rPr lang="pt-BR" sz="600" dirty="0">
                <a:solidFill>
                  <a:schemeClr val="tx1"/>
                </a:solidFill>
              </a:rPr>
              <a:t>11</a:t>
            </a:r>
            <a:endParaRPr lang="en-US" sz="600" dirty="0">
              <a:solidFill>
                <a:schemeClr val="tx1"/>
              </a:solidFill>
            </a:endParaRPr>
          </a:p>
        </p:txBody>
      </p:sp>
    </p:spTree>
    <p:extLst>
      <p:ext uri="{BB962C8B-B14F-4D97-AF65-F5344CB8AC3E}">
        <p14:creationId xmlns:p14="http://schemas.microsoft.com/office/powerpoint/2010/main" val="300061733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AC62907F-8DF9-97CD-405F-2C32851591FD}"/>
              </a:ext>
            </a:extLst>
          </p:cNvPr>
          <p:cNvPicPr>
            <a:picLocks noChangeAspect="1"/>
          </p:cNvPicPr>
          <p:nvPr/>
        </p:nvPicPr>
        <p:blipFill rotWithShape="1">
          <a:blip r:embed="rId3"/>
          <a:srcRect l="-1" t="17338" r="78806" b="49485"/>
          <a:stretch/>
        </p:blipFill>
        <p:spPr>
          <a:xfrm>
            <a:off x="746221" y="1716165"/>
            <a:ext cx="4309109" cy="4121756"/>
          </a:xfrm>
          <a:prstGeom prst="rect">
            <a:avLst/>
          </a:prstGeom>
        </p:spPr>
      </p:pic>
      <p:sp>
        <p:nvSpPr>
          <p:cNvPr id="2" name="TextBox 1">
            <a:extLst>
              <a:ext uri="{FF2B5EF4-FFF2-40B4-BE49-F238E27FC236}">
                <a16:creationId xmlns:a16="http://schemas.microsoft.com/office/drawing/2014/main" id="{321EB214-CCF5-4D70-AB72-DD21D3FA9CFB}"/>
              </a:ext>
            </a:extLst>
          </p:cNvPr>
          <p:cNvSpPr txBox="1"/>
          <p:nvPr/>
        </p:nvSpPr>
        <p:spPr>
          <a:xfrm>
            <a:off x="0" y="857251"/>
            <a:ext cx="9144000" cy="507831"/>
          </a:xfrm>
          <a:prstGeom prst="rect">
            <a:avLst/>
          </a:prstGeom>
          <a:noFill/>
        </p:spPr>
        <p:txBody>
          <a:bodyPr wrap="square" rtlCol="0">
            <a:spAutoFit/>
          </a:bodyPr>
          <a:lstStyle/>
          <a:p>
            <a:r>
              <a:rPr lang="pt-BR" sz="1350" dirty="0">
                <a:latin typeface="Aharoni" panose="02010803020104030203" pitchFamily="2" charset="-79"/>
                <a:cs typeface="Aharoni" panose="02010803020104030203" pitchFamily="2" charset="-79"/>
              </a:rPr>
              <a:t>The </a:t>
            </a:r>
            <a:r>
              <a:rPr lang="pt-BR" sz="1350" dirty="0">
                <a:ln>
                  <a:solidFill>
                    <a:sysClr val="windowText" lastClr="000000"/>
                  </a:solidFill>
                </a:ln>
                <a:solidFill>
                  <a:srgbClr val="FFFF00"/>
                </a:solidFill>
                <a:latin typeface="Aharoni" panose="02010803020104030203" pitchFamily="2" charset="-79"/>
                <a:cs typeface="Aharoni" panose="02010803020104030203" pitchFamily="2" charset="-79"/>
              </a:rPr>
              <a:t>yellow</a:t>
            </a:r>
            <a:r>
              <a:rPr lang="pt-BR" sz="1350" dirty="0">
                <a:latin typeface="Aharoni" panose="02010803020104030203" pitchFamily="2" charset="-79"/>
                <a:cs typeface="Aharoni" panose="02010803020104030203" pitchFamily="2" charset="-79"/>
              </a:rPr>
              <a:t> ones should be measured at the tip of the pole; we need the distance between them (0 to 1, 1 to 2, 2 to 3 and 3 to 4), which should be the same, and how high they are in relation to the mat</a:t>
            </a:r>
            <a:endParaRPr lang="en-US" sz="1350" dirty="0">
              <a:latin typeface="Aharoni" panose="02010803020104030203" pitchFamily="2" charset="-79"/>
              <a:cs typeface="Aharoni" panose="02010803020104030203" pitchFamily="2" charset="-79"/>
            </a:endParaRPr>
          </a:p>
        </p:txBody>
      </p:sp>
      <p:sp>
        <p:nvSpPr>
          <p:cNvPr id="3" name="Arrow: Down 2">
            <a:extLst>
              <a:ext uri="{FF2B5EF4-FFF2-40B4-BE49-F238E27FC236}">
                <a16:creationId xmlns:a16="http://schemas.microsoft.com/office/drawing/2014/main" id="{1442662E-0ABF-9E27-4DE6-2307AD410084}"/>
              </a:ext>
            </a:extLst>
          </p:cNvPr>
          <p:cNvSpPr/>
          <p:nvPr/>
        </p:nvSpPr>
        <p:spPr>
          <a:xfrm>
            <a:off x="2694369" y="2142294"/>
            <a:ext cx="304576" cy="752383"/>
          </a:xfrm>
          <a:prstGeom prst="downArrow">
            <a:avLst/>
          </a:prstGeom>
          <a:solidFill>
            <a:srgbClr val="FFFF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350"/>
          </a:p>
        </p:txBody>
      </p:sp>
      <p:cxnSp>
        <p:nvCxnSpPr>
          <p:cNvPr id="4" name="Straight Connector 3">
            <a:extLst>
              <a:ext uri="{FF2B5EF4-FFF2-40B4-BE49-F238E27FC236}">
                <a16:creationId xmlns:a16="http://schemas.microsoft.com/office/drawing/2014/main" id="{3FEE29FE-B166-8FDD-A734-03C01CE2AEC8}"/>
              </a:ext>
            </a:extLst>
          </p:cNvPr>
          <p:cNvCxnSpPr>
            <a:cxnSpLocks/>
          </p:cNvCxnSpPr>
          <p:nvPr/>
        </p:nvCxnSpPr>
        <p:spPr>
          <a:xfrm>
            <a:off x="7772923" y="3937914"/>
            <a:ext cx="207806" cy="774506"/>
          </a:xfrm>
          <a:prstGeom prst="line">
            <a:avLst/>
          </a:prstGeom>
          <a:ln w="38100">
            <a:solidFill>
              <a:schemeClr val="tx1"/>
            </a:solidFill>
            <a:prstDash val="dash"/>
          </a:ln>
        </p:spPr>
        <p:style>
          <a:lnRef idx="2">
            <a:schemeClr val="accent1"/>
          </a:lnRef>
          <a:fillRef idx="0">
            <a:schemeClr val="accent1"/>
          </a:fillRef>
          <a:effectRef idx="1">
            <a:schemeClr val="accent1"/>
          </a:effectRef>
          <a:fontRef idx="minor">
            <a:schemeClr val="tx1"/>
          </a:fontRef>
        </p:style>
      </p:cxnSp>
      <p:sp>
        <p:nvSpPr>
          <p:cNvPr id="13" name="Isosceles Triangle 12">
            <a:extLst>
              <a:ext uri="{FF2B5EF4-FFF2-40B4-BE49-F238E27FC236}">
                <a16:creationId xmlns:a16="http://schemas.microsoft.com/office/drawing/2014/main" id="{DD5D5483-5D68-BCFA-EC5D-8C21CEA1361E}"/>
              </a:ext>
            </a:extLst>
          </p:cNvPr>
          <p:cNvSpPr/>
          <p:nvPr/>
        </p:nvSpPr>
        <p:spPr>
          <a:xfrm rot="1438475">
            <a:off x="6529927" y="1327381"/>
            <a:ext cx="1648538" cy="623248"/>
          </a:xfrm>
          <a:prstGeom prst="triangle">
            <a:avLst>
              <a:gd name="adj" fmla="val 69392"/>
            </a:avLst>
          </a:prstGeom>
          <a:noFill/>
          <a:ln w="38100" cap="rnd">
            <a:solidFill>
              <a:schemeClr val="tx1"/>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350"/>
          </a:p>
        </p:txBody>
      </p:sp>
      <p:cxnSp>
        <p:nvCxnSpPr>
          <p:cNvPr id="19" name="Straight Connector 18">
            <a:extLst>
              <a:ext uri="{FF2B5EF4-FFF2-40B4-BE49-F238E27FC236}">
                <a16:creationId xmlns:a16="http://schemas.microsoft.com/office/drawing/2014/main" id="{F27A70C3-0B95-514F-A332-2E31291AE579}"/>
              </a:ext>
            </a:extLst>
          </p:cNvPr>
          <p:cNvCxnSpPr>
            <a:cxnSpLocks/>
          </p:cNvCxnSpPr>
          <p:nvPr/>
        </p:nvCxnSpPr>
        <p:spPr>
          <a:xfrm flipV="1">
            <a:off x="6474417" y="3937913"/>
            <a:ext cx="1298506" cy="104654"/>
          </a:xfrm>
          <a:prstGeom prst="line">
            <a:avLst/>
          </a:prstGeom>
          <a:ln w="38100">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D48A6F86-533D-3CCA-D7B1-AB7ED851E73F}"/>
              </a:ext>
            </a:extLst>
          </p:cNvPr>
          <p:cNvCxnSpPr>
            <a:cxnSpLocks/>
          </p:cNvCxnSpPr>
          <p:nvPr/>
        </p:nvCxnSpPr>
        <p:spPr>
          <a:xfrm>
            <a:off x="6474416" y="4042567"/>
            <a:ext cx="1506312" cy="669853"/>
          </a:xfrm>
          <a:prstGeom prst="line">
            <a:avLst/>
          </a:prstGeom>
          <a:ln w="381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18DA91C5-AF59-CBD7-2C45-F1683FB75A21}"/>
              </a:ext>
            </a:extLst>
          </p:cNvPr>
          <p:cNvCxnSpPr>
            <a:cxnSpLocks/>
            <a:stCxn id="13" idx="2"/>
          </p:cNvCxnSpPr>
          <p:nvPr/>
        </p:nvCxnSpPr>
        <p:spPr>
          <a:xfrm>
            <a:off x="6474416" y="1588817"/>
            <a:ext cx="0" cy="2453750"/>
          </a:xfrm>
          <a:prstGeom prst="line">
            <a:avLst/>
          </a:prstGeom>
          <a:ln w="381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E4834C97-0D55-41FE-DA73-1C50DC17C4C8}"/>
              </a:ext>
            </a:extLst>
          </p:cNvPr>
          <p:cNvCxnSpPr>
            <a:cxnSpLocks/>
            <a:stCxn id="13" idx="4"/>
          </p:cNvCxnSpPr>
          <p:nvPr/>
        </p:nvCxnSpPr>
        <p:spPr>
          <a:xfrm>
            <a:off x="7980728" y="2258670"/>
            <a:ext cx="0" cy="2453750"/>
          </a:xfrm>
          <a:prstGeom prst="line">
            <a:avLst/>
          </a:prstGeom>
          <a:ln w="381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620736E0-6E00-1359-FD85-95ECCAE67DC6}"/>
              </a:ext>
            </a:extLst>
          </p:cNvPr>
          <p:cNvCxnSpPr>
            <a:cxnSpLocks/>
            <a:stCxn id="13" idx="0"/>
          </p:cNvCxnSpPr>
          <p:nvPr/>
        </p:nvCxnSpPr>
        <p:spPr>
          <a:xfrm>
            <a:off x="7772922" y="1484164"/>
            <a:ext cx="0" cy="2453750"/>
          </a:xfrm>
          <a:prstGeom prst="line">
            <a:avLst/>
          </a:prstGeom>
          <a:ln w="38100">
            <a:solidFill>
              <a:schemeClr val="tx1"/>
            </a:solidFill>
            <a:prstDash val="dash"/>
          </a:ln>
        </p:spPr>
        <p:style>
          <a:lnRef idx="2">
            <a:schemeClr val="accent1"/>
          </a:lnRef>
          <a:fillRef idx="0">
            <a:schemeClr val="accent1"/>
          </a:fillRef>
          <a:effectRef idx="1">
            <a:schemeClr val="accent1"/>
          </a:effectRef>
          <a:fontRef idx="minor">
            <a:schemeClr val="tx1"/>
          </a:fontRef>
        </p:style>
      </p:cxnSp>
      <p:sp>
        <p:nvSpPr>
          <p:cNvPr id="25" name="Oval 24">
            <a:extLst>
              <a:ext uri="{FF2B5EF4-FFF2-40B4-BE49-F238E27FC236}">
                <a16:creationId xmlns:a16="http://schemas.microsoft.com/office/drawing/2014/main" id="{14B4BEA2-C120-DC54-99D2-BA3579B10F84}"/>
              </a:ext>
            </a:extLst>
          </p:cNvPr>
          <p:cNvSpPr/>
          <p:nvPr/>
        </p:nvSpPr>
        <p:spPr>
          <a:xfrm>
            <a:off x="7682570" y="1410857"/>
            <a:ext cx="155321" cy="141402"/>
          </a:xfrm>
          <a:prstGeom prst="ellipse">
            <a:avLst/>
          </a:prstGeom>
          <a:solidFill>
            <a:srgbClr val="FFFF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350"/>
          </a:p>
        </p:txBody>
      </p:sp>
      <p:cxnSp>
        <p:nvCxnSpPr>
          <p:cNvPr id="27" name="Straight Arrow Connector 26">
            <a:extLst>
              <a:ext uri="{FF2B5EF4-FFF2-40B4-BE49-F238E27FC236}">
                <a16:creationId xmlns:a16="http://schemas.microsoft.com/office/drawing/2014/main" id="{9068F258-013A-4F0E-7782-D311C76A2FA5}"/>
              </a:ext>
            </a:extLst>
          </p:cNvPr>
          <p:cNvCxnSpPr>
            <a:cxnSpLocks/>
            <a:stCxn id="25" idx="4"/>
          </p:cNvCxnSpPr>
          <p:nvPr/>
        </p:nvCxnSpPr>
        <p:spPr>
          <a:xfrm>
            <a:off x="7760231" y="1552259"/>
            <a:ext cx="0" cy="4118908"/>
          </a:xfrm>
          <a:prstGeom prst="straightConnector1">
            <a:avLst/>
          </a:prstGeom>
          <a:ln>
            <a:solidFill>
              <a:srgbClr val="FFC000"/>
            </a:solidFill>
            <a:headEnd type="arrow" w="lg" len="lg"/>
            <a:tailEnd type="arrow" w="lg" len="lg"/>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F87EF58B-8AA7-779F-DF3E-55E04D152B79}"/>
              </a:ext>
            </a:extLst>
          </p:cNvPr>
          <p:cNvCxnSpPr/>
          <p:nvPr/>
        </p:nvCxnSpPr>
        <p:spPr>
          <a:xfrm>
            <a:off x="7242186" y="5721810"/>
            <a:ext cx="961534" cy="0"/>
          </a:xfrm>
          <a:prstGeom prst="line">
            <a:avLst/>
          </a:prstGeom>
          <a:ln w="107950">
            <a:solidFill>
              <a:schemeClr val="tx2">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29" name="TextBox 28">
            <a:extLst>
              <a:ext uri="{FF2B5EF4-FFF2-40B4-BE49-F238E27FC236}">
                <a16:creationId xmlns:a16="http://schemas.microsoft.com/office/drawing/2014/main" id="{3B477679-AF8D-B7A9-936B-A331E6F75C66}"/>
              </a:ext>
            </a:extLst>
          </p:cNvPr>
          <p:cNvSpPr txBox="1"/>
          <p:nvPr/>
        </p:nvSpPr>
        <p:spPr>
          <a:xfrm>
            <a:off x="7986050" y="5583310"/>
            <a:ext cx="980691" cy="300082"/>
          </a:xfrm>
          <a:prstGeom prst="rect">
            <a:avLst/>
          </a:prstGeom>
          <a:noFill/>
        </p:spPr>
        <p:txBody>
          <a:bodyPr wrap="square">
            <a:spAutoFit/>
          </a:bodyPr>
          <a:lstStyle/>
          <a:p>
            <a:pPr algn="ctr"/>
            <a:r>
              <a:rPr lang="pt-BR" sz="1350" dirty="0">
                <a:latin typeface="Aharoni" panose="02010803020104030203" pitchFamily="2" charset="-79"/>
                <a:cs typeface="Aharoni" panose="02010803020104030203" pitchFamily="2" charset="-79"/>
              </a:rPr>
              <a:t>mat</a:t>
            </a:r>
            <a:endParaRPr lang="en-US" sz="1350" dirty="0"/>
          </a:p>
        </p:txBody>
      </p:sp>
    </p:spTree>
    <p:extLst>
      <p:ext uri="{BB962C8B-B14F-4D97-AF65-F5344CB8AC3E}">
        <p14:creationId xmlns:p14="http://schemas.microsoft.com/office/powerpoint/2010/main" val="118414018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Cylinder 16">
            <a:extLst>
              <a:ext uri="{FF2B5EF4-FFF2-40B4-BE49-F238E27FC236}">
                <a16:creationId xmlns:a16="http://schemas.microsoft.com/office/drawing/2014/main" id="{6418C653-1667-4889-8D7F-1F37C1542A38}"/>
              </a:ext>
            </a:extLst>
          </p:cNvPr>
          <p:cNvSpPr/>
          <p:nvPr/>
        </p:nvSpPr>
        <p:spPr>
          <a:xfrm>
            <a:off x="6200200" y="1806018"/>
            <a:ext cx="603338" cy="3156012"/>
          </a:xfrm>
          <a:prstGeom prst="can">
            <a:avLst>
              <a:gd name="adj" fmla="val 64307"/>
            </a:avLst>
          </a:prstGeom>
          <a:solidFill>
            <a:schemeClr val="bg1"/>
          </a:solid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350"/>
          </a:p>
        </p:txBody>
      </p:sp>
      <p:pic>
        <p:nvPicPr>
          <p:cNvPr id="5" name="Picture 4">
            <a:extLst>
              <a:ext uri="{FF2B5EF4-FFF2-40B4-BE49-F238E27FC236}">
                <a16:creationId xmlns:a16="http://schemas.microsoft.com/office/drawing/2014/main" id="{AC62907F-8DF9-97CD-405F-2C32851591FD}"/>
              </a:ext>
            </a:extLst>
          </p:cNvPr>
          <p:cNvPicPr>
            <a:picLocks noChangeAspect="1"/>
          </p:cNvPicPr>
          <p:nvPr/>
        </p:nvPicPr>
        <p:blipFill rotWithShape="1">
          <a:blip r:embed="rId3"/>
          <a:srcRect l="-1" t="17338" r="78806" b="49485"/>
          <a:stretch/>
        </p:blipFill>
        <p:spPr>
          <a:xfrm>
            <a:off x="646348" y="1716165"/>
            <a:ext cx="4309109" cy="4121756"/>
          </a:xfrm>
          <a:prstGeom prst="rect">
            <a:avLst/>
          </a:prstGeom>
        </p:spPr>
      </p:pic>
      <p:sp>
        <p:nvSpPr>
          <p:cNvPr id="2" name="TextBox 1">
            <a:extLst>
              <a:ext uri="{FF2B5EF4-FFF2-40B4-BE49-F238E27FC236}">
                <a16:creationId xmlns:a16="http://schemas.microsoft.com/office/drawing/2014/main" id="{321EB214-CCF5-4D70-AB72-DD21D3FA9CFB}"/>
              </a:ext>
            </a:extLst>
          </p:cNvPr>
          <p:cNvSpPr txBox="1"/>
          <p:nvPr/>
        </p:nvSpPr>
        <p:spPr>
          <a:xfrm>
            <a:off x="0" y="857251"/>
            <a:ext cx="9144000" cy="715581"/>
          </a:xfrm>
          <a:prstGeom prst="rect">
            <a:avLst/>
          </a:prstGeom>
          <a:noFill/>
        </p:spPr>
        <p:txBody>
          <a:bodyPr wrap="square" rtlCol="0">
            <a:spAutoFit/>
          </a:bodyPr>
          <a:lstStyle/>
          <a:p>
            <a:r>
              <a:rPr lang="pt-BR" sz="1350" dirty="0">
                <a:latin typeface="Aharoni" panose="02010803020104030203" pitchFamily="2" charset="-79"/>
                <a:cs typeface="Aharoni" panose="02010803020104030203" pitchFamily="2" charset="-79"/>
              </a:rPr>
              <a:t>The </a:t>
            </a:r>
            <a:r>
              <a:rPr lang="pt-BR" sz="1350" dirty="0">
                <a:ln>
                  <a:solidFill>
                    <a:sysClr val="windowText" lastClr="000000"/>
                  </a:solidFill>
                </a:ln>
                <a:solidFill>
                  <a:srgbClr val="00B050"/>
                </a:solidFill>
                <a:latin typeface="Aharoni" panose="02010803020104030203" pitchFamily="2" charset="-79"/>
                <a:cs typeface="Aharoni" panose="02010803020104030203" pitchFamily="2" charset="-79"/>
              </a:rPr>
              <a:t>green</a:t>
            </a:r>
            <a:r>
              <a:rPr lang="pt-BR" sz="1350" dirty="0">
                <a:latin typeface="Aharoni" panose="02010803020104030203" pitchFamily="2" charset="-79"/>
                <a:cs typeface="Aharoni" panose="02010803020104030203" pitchFamily="2" charset="-79"/>
              </a:rPr>
              <a:t> ones should be measured at the center of the pole; we need the distance between them and the corresponding yellow points (4 to 0, 5 to 1, 6 to 2 and 7 to 3), which should be the same, and how high they are in relation to the mat</a:t>
            </a:r>
            <a:endParaRPr lang="en-US" sz="1350" dirty="0">
              <a:latin typeface="Aharoni" panose="02010803020104030203" pitchFamily="2" charset="-79"/>
              <a:cs typeface="Aharoni" panose="02010803020104030203" pitchFamily="2" charset="-79"/>
            </a:endParaRPr>
          </a:p>
        </p:txBody>
      </p:sp>
      <p:sp>
        <p:nvSpPr>
          <p:cNvPr id="3" name="Arrow: Down 2">
            <a:extLst>
              <a:ext uri="{FF2B5EF4-FFF2-40B4-BE49-F238E27FC236}">
                <a16:creationId xmlns:a16="http://schemas.microsoft.com/office/drawing/2014/main" id="{1442662E-0ABF-9E27-4DE6-2307AD410084}"/>
              </a:ext>
            </a:extLst>
          </p:cNvPr>
          <p:cNvSpPr/>
          <p:nvPr/>
        </p:nvSpPr>
        <p:spPr>
          <a:xfrm>
            <a:off x="1202922" y="2175585"/>
            <a:ext cx="304576" cy="752383"/>
          </a:xfrm>
          <a:prstGeom prst="downArrow">
            <a:avLst/>
          </a:prstGeom>
          <a:solidFill>
            <a:srgbClr val="00B05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1" name="Arrow: Down 10">
            <a:extLst>
              <a:ext uri="{FF2B5EF4-FFF2-40B4-BE49-F238E27FC236}">
                <a16:creationId xmlns:a16="http://schemas.microsoft.com/office/drawing/2014/main" id="{828DEE26-E4A5-F465-D91E-80F872699A6D}"/>
              </a:ext>
            </a:extLst>
          </p:cNvPr>
          <p:cNvSpPr/>
          <p:nvPr/>
        </p:nvSpPr>
        <p:spPr>
          <a:xfrm rot="14301210">
            <a:off x="5681449" y="1999908"/>
            <a:ext cx="304576" cy="752383"/>
          </a:xfrm>
          <a:prstGeom prst="downArrow">
            <a:avLst/>
          </a:prstGeom>
          <a:solidFill>
            <a:srgbClr val="00B05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2" name="Oval 11">
            <a:extLst>
              <a:ext uri="{FF2B5EF4-FFF2-40B4-BE49-F238E27FC236}">
                <a16:creationId xmlns:a16="http://schemas.microsoft.com/office/drawing/2014/main" id="{8A64B0C3-D434-3E58-7562-37E5A7BA521B}"/>
              </a:ext>
            </a:extLst>
          </p:cNvPr>
          <p:cNvSpPr/>
          <p:nvPr/>
        </p:nvSpPr>
        <p:spPr>
          <a:xfrm>
            <a:off x="6430821" y="1916885"/>
            <a:ext cx="155321" cy="141402"/>
          </a:xfrm>
          <a:prstGeom prst="ellipse">
            <a:avLst/>
          </a:prstGeom>
          <a:solidFill>
            <a:srgbClr val="00B05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350"/>
          </a:p>
        </p:txBody>
      </p:sp>
      <p:cxnSp>
        <p:nvCxnSpPr>
          <p:cNvPr id="14" name="Straight Arrow Connector 13">
            <a:extLst>
              <a:ext uri="{FF2B5EF4-FFF2-40B4-BE49-F238E27FC236}">
                <a16:creationId xmlns:a16="http://schemas.microsoft.com/office/drawing/2014/main" id="{CD863C6B-E019-0724-FF99-0343DA83F95A}"/>
              </a:ext>
            </a:extLst>
          </p:cNvPr>
          <p:cNvCxnSpPr>
            <a:cxnSpLocks/>
            <a:stCxn id="12" idx="4"/>
          </p:cNvCxnSpPr>
          <p:nvPr/>
        </p:nvCxnSpPr>
        <p:spPr>
          <a:xfrm>
            <a:off x="6508481" y="2058288"/>
            <a:ext cx="0" cy="3537016"/>
          </a:xfrm>
          <a:prstGeom prst="straightConnector1">
            <a:avLst/>
          </a:prstGeom>
          <a:ln>
            <a:solidFill>
              <a:srgbClr val="00B050"/>
            </a:solidFill>
            <a:headEnd type="arrow" w="lg" len="lg"/>
            <a:tailEnd type="arrow" w="lg" len="lg"/>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EEFFDCFA-A4C5-1867-79BC-E5C2CEA96C3D}"/>
              </a:ext>
            </a:extLst>
          </p:cNvPr>
          <p:cNvCxnSpPr/>
          <p:nvPr/>
        </p:nvCxnSpPr>
        <p:spPr>
          <a:xfrm>
            <a:off x="5990437" y="5595303"/>
            <a:ext cx="961534" cy="0"/>
          </a:xfrm>
          <a:prstGeom prst="line">
            <a:avLst/>
          </a:prstGeom>
          <a:ln w="107950">
            <a:solidFill>
              <a:schemeClr val="tx2">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A5B9012C-EF22-1954-EE3B-62C8B72E2614}"/>
              </a:ext>
            </a:extLst>
          </p:cNvPr>
          <p:cNvSpPr txBox="1"/>
          <p:nvPr/>
        </p:nvSpPr>
        <p:spPr>
          <a:xfrm>
            <a:off x="6734300" y="5456803"/>
            <a:ext cx="980691" cy="300082"/>
          </a:xfrm>
          <a:prstGeom prst="rect">
            <a:avLst/>
          </a:prstGeom>
          <a:noFill/>
        </p:spPr>
        <p:txBody>
          <a:bodyPr wrap="square">
            <a:spAutoFit/>
          </a:bodyPr>
          <a:lstStyle/>
          <a:p>
            <a:pPr algn="ctr"/>
            <a:r>
              <a:rPr lang="pt-BR" sz="1350" dirty="0">
                <a:latin typeface="Aharoni" panose="02010803020104030203" pitchFamily="2" charset="-79"/>
                <a:cs typeface="Aharoni" panose="02010803020104030203" pitchFamily="2" charset="-79"/>
              </a:rPr>
              <a:t>mat</a:t>
            </a:r>
            <a:endParaRPr lang="en-US" sz="1350" dirty="0"/>
          </a:p>
        </p:txBody>
      </p:sp>
      <p:grpSp>
        <p:nvGrpSpPr>
          <p:cNvPr id="28" name="Group 27">
            <a:extLst>
              <a:ext uri="{FF2B5EF4-FFF2-40B4-BE49-F238E27FC236}">
                <a16:creationId xmlns:a16="http://schemas.microsoft.com/office/drawing/2014/main" id="{455DD543-ACE7-0624-0925-13EAF3549D88}"/>
              </a:ext>
            </a:extLst>
          </p:cNvPr>
          <p:cNvGrpSpPr/>
          <p:nvPr/>
        </p:nvGrpSpPr>
        <p:grpSpPr>
          <a:xfrm flipH="1">
            <a:off x="7135839" y="2543779"/>
            <a:ext cx="1285445" cy="2566032"/>
            <a:chOff x="8632555" y="626841"/>
            <a:chExt cx="2272064" cy="4513385"/>
          </a:xfrm>
        </p:grpSpPr>
        <p:cxnSp>
          <p:nvCxnSpPr>
            <p:cNvPr id="29" name="Straight Connector 28">
              <a:extLst>
                <a:ext uri="{FF2B5EF4-FFF2-40B4-BE49-F238E27FC236}">
                  <a16:creationId xmlns:a16="http://schemas.microsoft.com/office/drawing/2014/main" id="{0E925086-EA22-95B9-1129-B8C0DA954C60}"/>
                </a:ext>
              </a:extLst>
            </p:cNvPr>
            <p:cNvCxnSpPr>
              <a:cxnSpLocks/>
            </p:cNvCxnSpPr>
            <p:nvPr/>
          </p:nvCxnSpPr>
          <p:spPr>
            <a:xfrm>
              <a:off x="10363896" y="4107551"/>
              <a:ext cx="277075" cy="1032675"/>
            </a:xfrm>
            <a:prstGeom prst="line">
              <a:avLst/>
            </a:prstGeom>
            <a:ln w="38100">
              <a:solidFill>
                <a:schemeClr val="tx1"/>
              </a:solidFill>
              <a:prstDash val="dash"/>
            </a:ln>
          </p:spPr>
          <p:style>
            <a:lnRef idx="2">
              <a:schemeClr val="accent1"/>
            </a:lnRef>
            <a:fillRef idx="0">
              <a:schemeClr val="accent1"/>
            </a:fillRef>
            <a:effectRef idx="1">
              <a:schemeClr val="accent1"/>
            </a:effectRef>
            <a:fontRef idx="minor">
              <a:schemeClr val="tx1"/>
            </a:fontRef>
          </p:style>
        </p:cxnSp>
        <p:sp>
          <p:nvSpPr>
            <p:cNvPr id="30" name="Isosceles Triangle 29">
              <a:extLst>
                <a:ext uri="{FF2B5EF4-FFF2-40B4-BE49-F238E27FC236}">
                  <a16:creationId xmlns:a16="http://schemas.microsoft.com/office/drawing/2014/main" id="{A63373FD-5A9A-D16D-CC7E-9EA27D0D3A8D}"/>
                </a:ext>
              </a:extLst>
            </p:cNvPr>
            <p:cNvSpPr/>
            <p:nvPr/>
          </p:nvSpPr>
          <p:spPr>
            <a:xfrm rot="1438475">
              <a:off x="8706568" y="626841"/>
              <a:ext cx="2198051" cy="830997"/>
            </a:xfrm>
            <a:prstGeom prst="triangle">
              <a:avLst>
                <a:gd name="adj" fmla="val 69392"/>
              </a:avLst>
            </a:prstGeom>
            <a:noFill/>
            <a:ln w="38100" cap="rnd">
              <a:solidFill>
                <a:schemeClr val="tx1"/>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350"/>
            </a:p>
          </p:txBody>
        </p:sp>
        <p:cxnSp>
          <p:nvCxnSpPr>
            <p:cNvPr id="31" name="Straight Connector 30">
              <a:extLst>
                <a:ext uri="{FF2B5EF4-FFF2-40B4-BE49-F238E27FC236}">
                  <a16:creationId xmlns:a16="http://schemas.microsoft.com/office/drawing/2014/main" id="{A952EDFB-268E-6C60-CAE9-5464FDAFA675}"/>
                </a:ext>
              </a:extLst>
            </p:cNvPr>
            <p:cNvCxnSpPr>
              <a:cxnSpLocks/>
            </p:cNvCxnSpPr>
            <p:nvPr/>
          </p:nvCxnSpPr>
          <p:spPr>
            <a:xfrm flipV="1">
              <a:off x="8632555" y="4107551"/>
              <a:ext cx="1731341" cy="139538"/>
            </a:xfrm>
            <a:prstGeom prst="line">
              <a:avLst/>
            </a:prstGeom>
            <a:ln w="38100">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32" name="Straight Connector 31">
              <a:extLst>
                <a:ext uri="{FF2B5EF4-FFF2-40B4-BE49-F238E27FC236}">
                  <a16:creationId xmlns:a16="http://schemas.microsoft.com/office/drawing/2014/main" id="{2B13472C-AC68-54B0-F6E8-D87DB1660749}"/>
                </a:ext>
              </a:extLst>
            </p:cNvPr>
            <p:cNvCxnSpPr>
              <a:cxnSpLocks/>
            </p:cNvCxnSpPr>
            <p:nvPr/>
          </p:nvCxnSpPr>
          <p:spPr>
            <a:xfrm>
              <a:off x="8632555" y="4247089"/>
              <a:ext cx="2008416" cy="893137"/>
            </a:xfrm>
            <a:prstGeom prst="line">
              <a:avLst/>
            </a:prstGeom>
            <a:ln w="381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87C2C355-5136-4F82-D36C-EDD95B362FEC}"/>
                </a:ext>
              </a:extLst>
            </p:cNvPr>
            <p:cNvCxnSpPr>
              <a:cxnSpLocks/>
              <a:stCxn id="30" idx="2"/>
            </p:cNvCxnSpPr>
            <p:nvPr/>
          </p:nvCxnSpPr>
          <p:spPr>
            <a:xfrm>
              <a:off x="8632555" y="975423"/>
              <a:ext cx="0" cy="3271666"/>
            </a:xfrm>
            <a:prstGeom prst="line">
              <a:avLst/>
            </a:prstGeom>
            <a:ln w="381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2092ABCD-F55A-D5AE-DC27-5E6F9939A1D4}"/>
                </a:ext>
              </a:extLst>
            </p:cNvPr>
            <p:cNvCxnSpPr>
              <a:cxnSpLocks/>
              <a:stCxn id="30" idx="4"/>
            </p:cNvCxnSpPr>
            <p:nvPr/>
          </p:nvCxnSpPr>
          <p:spPr>
            <a:xfrm>
              <a:off x="10640971" y="1868560"/>
              <a:ext cx="0" cy="3271666"/>
            </a:xfrm>
            <a:prstGeom prst="line">
              <a:avLst/>
            </a:prstGeom>
            <a:ln w="381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BA39515E-5CA5-ECF2-78F5-0A29CF6814EB}"/>
                </a:ext>
              </a:extLst>
            </p:cNvPr>
            <p:cNvCxnSpPr>
              <a:cxnSpLocks/>
              <a:stCxn id="30" idx="0"/>
            </p:cNvCxnSpPr>
            <p:nvPr/>
          </p:nvCxnSpPr>
          <p:spPr>
            <a:xfrm>
              <a:off x="10363896" y="835885"/>
              <a:ext cx="0" cy="3271666"/>
            </a:xfrm>
            <a:prstGeom prst="line">
              <a:avLst/>
            </a:prstGeom>
            <a:ln w="38100">
              <a:solidFill>
                <a:schemeClr val="tx1"/>
              </a:solidFill>
              <a:prstDash val="dash"/>
            </a:ln>
          </p:spPr>
          <p:style>
            <a:lnRef idx="2">
              <a:schemeClr val="accent1"/>
            </a:lnRef>
            <a:fillRef idx="0">
              <a:schemeClr val="accent1"/>
            </a:fillRef>
            <a:effectRef idx="1">
              <a:schemeClr val="accent1"/>
            </a:effectRef>
            <a:fontRef idx="minor">
              <a:schemeClr val="tx1"/>
            </a:fontRef>
          </p:style>
        </p:cxnSp>
      </p:grpSp>
      <p:sp>
        <p:nvSpPr>
          <p:cNvPr id="36" name="Oval 35">
            <a:extLst>
              <a:ext uri="{FF2B5EF4-FFF2-40B4-BE49-F238E27FC236}">
                <a16:creationId xmlns:a16="http://schemas.microsoft.com/office/drawing/2014/main" id="{1AA97C71-0D78-28F1-08CF-460FD77F7F05}"/>
              </a:ext>
            </a:extLst>
          </p:cNvPr>
          <p:cNvSpPr/>
          <p:nvPr/>
        </p:nvSpPr>
        <p:spPr>
          <a:xfrm>
            <a:off x="7757623" y="2927968"/>
            <a:ext cx="155321" cy="141402"/>
          </a:xfrm>
          <a:prstGeom prst="ellipse">
            <a:avLst/>
          </a:prstGeom>
          <a:solidFill>
            <a:srgbClr val="FFFF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350"/>
          </a:p>
        </p:txBody>
      </p:sp>
      <p:cxnSp>
        <p:nvCxnSpPr>
          <p:cNvPr id="37" name="Straight Arrow Connector 36">
            <a:extLst>
              <a:ext uri="{FF2B5EF4-FFF2-40B4-BE49-F238E27FC236}">
                <a16:creationId xmlns:a16="http://schemas.microsoft.com/office/drawing/2014/main" id="{7DEBC3DC-2493-1760-0FEA-35CDBA7F11B7}"/>
              </a:ext>
            </a:extLst>
          </p:cNvPr>
          <p:cNvCxnSpPr>
            <a:cxnSpLocks/>
            <a:stCxn id="12" idx="5"/>
            <a:endCxn id="36" idx="1"/>
          </p:cNvCxnSpPr>
          <p:nvPr/>
        </p:nvCxnSpPr>
        <p:spPr>
          <a:xfrm>
            <a:off x="6563396" y="2037580"/>
            <a:ext cx="1216974" cy="911096"/>
          </a:xfrm>
          <a:prstGeom prst="straightConnector1">
            <a:avLst/>
          </a:prstGeom>
          <a:ln>
            <a:solidFill>
              <a:srgbClr val="00B050"/>
            </a:solidFill>
            <a:headEnd type="arrow" w="lg" len="lg"/>
            <a:tailEnd type="arrow"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11755670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4" name="Straight Connector 13">
            <a:extLst>
              <a:ext uri="{FF2B5EF4-FFF2-40B4-BE49-F238E27FC236}">
                <a16:creationId xmlns:a16="http://schemas.microsoft.com/office/drawing/2014/main" id="{1B1F145F-B12E-9FE5-94AA-1AF68B5ECA2D}"/>
              </a:ext>
            </a:extLst>
          </p:cNvPr>
          <p:cNvCxnSpPr>
            <a:cxnSpLocks/>
          </p:cNvCxnSpPr>
          <p:nvPr/>
        </p:nvCxnSpPr>
        <p:spPr>
          <a:xfrm>
            <a:off x="7772923" y="3937914"/>
            <a:ext cx="207806" cy="774506"/>
          </a:xfrm>
          <a:prstGeom prst="line">
            <a:avLst/>
          </a:prstGeom>
          <a:ln w="38100">
            <a:solidFill>
              <a:schemeClr val="tx1"/>
            </a:solidFill>
            <a:prstDash val="dash"/>
          </a:ln>
        </p:spPr>
        <p:style>
          <a:lnRef idx="2">
            <a:schemeClr val="accent1"/>
          </a:lnRef>
          <a:fillRef idx="0">
            <a:schemeClr val="accent1"/>
          </a:fillRef>
          <a:effectRef idx="1">
            <a:schemeClr val="accent1"/>
          </a:effectRef>
          <a:fontRef idx="minor">
            <a:schemeClr val="tx1"/>
          </a:fontRef>
        </p:style>
      </p:cxnSp>
      <p:pic>
        <p:nvPicPr>
          <p:cNvPr id="4" name="Picture 3">
            <a:extLst>
              <a:ext uri="{FF2B5EF4-FFF2-40B4-BE49-F238E27FC236}">
                <a16:creationId xmlns:a16="http://schemas.microsoft.com/office/drawing/2014/main" id="{2632CC3E-959E-90E3-E3C2-7479151D4CC5}"/>
              </a:ext>
            </a:extLst>
          </p:cNvPr>
          <p:cNvPicPr>
            <a:picLocks noChangeAspect="1"/>
          </p:cNvPicPr>
          <p:nvPr/>
        </p:nvPicPr>
        <p:blipFill rotWithShape="1">
          <a:blip r:embed="rId3"/>
          <a:srcRect l="42309" t="-5" r="44791" b="78889"/>
          <a:stretch/>
        </p:blipFill>
        <p:spPr>
          <a:xfrm>
            <a:off x="1086322" y="1730875"/>
            <a:ext cx="4079969" cy="4079969"/>
          </a:xfrm>
          <a:prstGeom prst="rect">
            <a:avLst/>
          </a:prstGeom>
        </p:spPr>
      </p:pic>
      <p:sp>
        <p:nvSpPr>
          <p:cNvPr id="2" name="TextBox 1">
            <a:extLst>
              <a:ext uri="{FF2B5EF4-FFF2-40B4-BE49-F238E27FC236}">
                <a16:creationId xmlns:a16="http://schemas.microsoft.com/office/drawing/2014/main" id="{321EB214-CCF5-4D70-AB72-DD21D3FA9CFB}"/>
              </a:ext>
            </a:extLst>
          </p:cNvPr>
          <p:cNvSpPr txBox="1"/>
          <p:nvPr/>
        </p:nvSpPr>
        <p:spPr>
          <a:xfrm>
            <a:off x="0" y="857251"/>
            <a:ext cx="9144000" cy="507831"/>
          </a:xfrm>
          <a:prstGeom prst="rect">
            <a:avLst/>
          </a:prstGeom>
          <a:noFill/>
        </p:spPr>
        <p:txBody>
          <a:bodyPr wrap="square" rtlCol="0">
            <a:spAutoFit/>
          </a:bodyPr>
          <a:lstStyle/>
          <a:p>
            <a:r>
              <a:rPr lang="pt-BR" sz="1350" dirty="0">
                <a:latin typeface="Aharoni" panose="02010803020104030203" pitchFamily="2" charset="-79"/>
                <a:cs typeface="Aharoni" panose="02010803020104030203" pitchFamily="2" charset="-79"/>
              </a:rPr>
              <a:t>The </a:t>
            </a:r>
            <a:r>
              <a:rPr lang="pt-BR" sz="1350" dirty="0">
                <a:solidFill>
                  <a:srgbClr val="FF0000"/>
                </a:solidFill>
                <a:latin typeface="Aharoni" panose="02010803020104030203" pitchFamily="2" charset="-79"/>
                <a:cs typeface="Aharoni" panose="02010803020104030203" pitchFamily="2" charset="-79"/>
              </a:rPr>
              <a:t>red</a:t>
            </a:r>
            <a:r>
              <a:rPr lang="pt-BR" sz="1350" dirty="0">
                <a:latin typeface="Aharoni" panose="02010803020104030203" pitchFamily="2" charset="-79"/>
                <a:cs typeface="Aharoni" panose="02010803020104030203" pitchFamily="2" charset="-79"/>
              </a:rPr>
              <a:t> ones should be measured at the center of the pole; we need to know how high they are in relation to the mat, and the distance to the opposite tip of the pole</a:t>
            </a:r>
            <a:endParaRPr lang="en-US" sz="1350" dirty="0">
              <a:latin typeface="Aharoni" panose="02010803020104030203" pitchFamily="2" charset="-79"/>
              <a:cs typeface="Aharoni" panose="02010803020104030203" pitchFamily="2" charset="-79"/>
            </a:endParaRPr>
          </a:p>
        </p:txBody>
      </p:sp>
      <p:sp>
        <p:nvSpPr>
          <p:cNvPr id="3" name="Arrow: Down 2">
            <a:extLst>
              <a:ext uri="{FF2B5EF4-FFF2-40B4-BE49-F238E27FC236}">
                <a16:creationId xmlns:a16="http://schemas.microsoft.com/office/drawing/2014/main" id="{1442662E-0ABF-9E27-4DE6-2307AD410084}"/>
              </a:ext>
            </a:extLst>
          </p:cNvPr>
          <p:cNvSpPr/>
          <p:nvPr/>
        </p:nvSpPr>
        <p:spPr>
          <a:xfrm>
            <a:off x="2931599" y="3768561"/>
            <a:ext cx="304576" cy="752383"/>
          </a:xfrm>
          <a:prstGeom prst="downArrow">
            <a:avLst/>
          </a:prstGeom>
          <a:solidFill>
            <a:srgbClr val="FF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7" name="Isosceles Triangle 6">
            <a:extLst>
              <a:ext uri="{FF2B5EF4-FFF2-40B4-BE49-F238E27FC236}">
                <a16:creationId xmlns:a16="http://schemas.microsoft.com/office/drawing/2014/main" id="{43EF619C-AD0F-51EA-B1B6-7B9D6F0A77CF}"/>
              </a:ext>
            </a:extLst>
          </p:cNvPr>
          <p:cNvSpPr/>
          <p:nvPr/>
        </p:nvSpPr>
        <p:spPr>
          <a:xfrm rot="1438475">
            <a:off x="6529927" y="1327381"/>
            <a:ext cx="1648538" cy="623248"/>
          </a:xfrm>
          <a:prstGeom prst="triangle">
            <a:avLst>
              <a:gd name="adj" fmla="val 69392"/>
            </a:avLst>
          </a:prstGeom>
          <a:noFill/>
          <a:ln w="38100" cap="rnd">
            <a:solidFill>
              <a:schemeClr val="tx1"/>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350"/>
          </a:p>
        </p:txBody>
      </p:sp>
      <p:cxnSp>
        <p:nvCxnSpPr>
          <p:cNvPr id="10" name="Straight Connector 9">
            <a:extLst>
              <a:ext uri="{FF2B5EF4-FFF2-40B4-BE49-F238E27FC236}">
                <a16:creationId xmlns:a16="http://schemas.microsoft.com/office/drawing/2014/main" id="{F36F773F-6E0A-10BC-7ACC-6F2C6CFE50D2}"/>
              </a:ext>
            </a:extLst>
          </p:cNvPr>
          <p:cNvCxnSpPr>
            <a:cxnSpLocks/>
          </p:cNvCxnSpPr>
          <p:nvPr/>
        </p:nvCxnSpPr>
        <p:spPr>
          <a:xfrm flipV="1">
            <a:off x="6474417" y="3937913"/>
            <a:ext cx="1298506" cy="104654"/>
          </a:xfrm>
          <a:prstGeom prst="line">
            <a:avLst/>
          </a:prstGeom>
          <a:ln w="38100">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716B20BB-DF09-7651-F64C-E0B9A61D0CB8}"/>
              </a:ext>
            </a:extLst>
          </p:cNvPr>
          <p:cNvCxnSpPr>
            <a:cxnSpLocks/>
          </p:cNvCxnSpPr>
          <p:nvPr/>
        </p:nvCxnSpPr>
        <p:spPr>
          <a:xfrm>
            <a:off x="6474416" y="4042567"/>
            <a:ext cx="1506312" cy="669853"/>
          </a:xfrm>
          <a:prstGeom prst="line">
            <a:avLst/>
          </a:prstGeom>
          <a:ln w="381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17FF9127-B433-9546-E7BD-6B8B88017B46}"/>
              </a:ext>
            </a:extLst>
          </p:cNvPr>
          <p:cNvCxnSpPr>
            <a:cxnSpLocks/>
            <a:stCxn id="7" idx="2"/>
          </p:cNvCxnSpPr>
          <p:nvPr/>
        </p:nvCxnSpPr>
        <p:spPr>
          <a:xfrm>
            <a:off x="6474416" y="1588817"/>
            <a:ext cx="0" cy="2453750"/>
          </a:xfrm>
          <a:prstGeom prst="line">
            <a:avLst/>
          </a:prstGeom>
          <a:ln w="381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E7B4A77B-1DC0-EEB4-A166-B8DB19A51D9F}"/>
              </a:ext>
            </a:extLst>
          </p:cNvPr>
          <p:cNvCxnSpPr>
            <a:cxnSpLocks/>
            <a:stCxn id="7" idx="4"/>
          </p:cNvCxnSpPr>
          <p:nvPr/>
        </p:nvCxnSpPr>
        <p:spPr>
          <a:xfrm>
            <a:off x="7980728" y="2258670"/>
            <a:ext cx="0" cy="2453750"/>
          </a:xfrm>
          <a:prstGeom prst="line">
            <a:avLst/>
          </a:prstGeom>
          <a:ln w="381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1DF712CA-FFCE-F3CB-3705-2F98B370CAE0}"/>
              </a:ext>
            </a:extLst>
          </p:cNvPr>
          <p:cNvCxnSpPr>
            <a:cxnSpLocks/>
            <a:stCxn id="7" idx="0"/>
          </p:cNvCxnSpPr>
          <p:nvPr/>
        </p:nvCxnSpPr>
        <p:spPr>
          <a:xfrm>
            <a:off x="7772922" y="1484164"/>
            <a:ext cx="0" cy="2453750"/>
          </a:xfrm>
          <a:prstGeom prst="line">
            <a:avLst/>
          </a:prstGeom>
          <a:ln w="38100">
            <a:solidFill>
              <a:schemeClr val="tx1"/>
            </a:solidFill>
            <a:prstDash val="dash"/>
          </a:ln>
        </p:spPr>
        <p:style>
          <a:lnRef idx="2">
            <a:schemeClr val="accent1"/>
          </a:lnRef>
          <a:fillRef idx="0">
            <a:schemeClr val="accent1"/>
          </a:fillRef>
          <a:effectRef idx="1">
            <a:schemeClr val="accent1"/>
          </a:effectRef>
          <a:fontRef idx="minor">
            <a:schemeClr val="tx1"/>
          </a:fontRef>
        </p:style>
      </p:cxnSp>
      <p:sp>
        <p:nvSpPr>
          <p:cNvPr id="21" name="Arrow: Down 20">
            <a:extLst>
              <a:ext uri="{FF2B5EF4-FFF2-40B4-BE49-F238E27FC236}">
                <a16:creationId xmlns:a16="http://schemas.microsoft.com/office/drawing/2014/main" id="{6739B4B4-7CBC-959D-DC80-D341E14E4BC6}"/>
              </a:ext>
            </a:extLst>
          </p:cNvPr>
          <p:cNvSpPr/>
          <p:nvPr/>
        </p:nvSpPr>
        <p:spPr>
          <a:xfrm rot="14301210">
            <a:off x="6625311" y="4264694"/>
            <a:ext cx="304576" cy="752383"/>
          </a:xfrm>
          <a:prstGeom prst="downArrow">
            <a:avLst/>
          </a:prstGeom>
          <a:solidFill>
            <a:srgbClr val="FF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22" name="Oval 21">
            <a:extLst>
              <a:ext uri="{FF2B5EF4-FFF2-40B4-BE49-F238E27FC236}">
                <a16:creationId xmlns:a16="http://schemas.microsoft.com/office/drawing/2014/main" id="{DD190B8E-EEAB-FE85-4B28-877F6D7C1481}"/>
              </a:ext>
            </a:extLst>
          </p:cNvPr>
          <p:cNvSpPr/>
          <p:nvPr/>
        </p:nvSpPr>
        <p:spPr>
          <a:xfrm>
            <a:off x="7149912" y="4313862"/>
            <a:ext cx="155321" cy="141402"/>
          </a:xfrm>
          <a:prstGeom prst="ellipse">
            <a:avLst/>
          </a:prstGeom>
          <a:solidFill>
            <a:srgbClr val="FF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350"/>
          </a:p>
        </p:txBody>
      </p:sp>
      <p:cxnSp>
        <p:nvCxnSpPr>
          <p:cNvPr id="24" name="Straight Arrow Connector 23">
            <a:extLst>
              <a:ext uri="{FF2B5EF4-FFF2-40B4-BE49-F238E27FC236}">
                <a16:creationId xmlns:a16="http://schemas.microsoft.com/office/drawing/2014/main" id="{63E3E123-A8D7-D664-46DF-7DAB0C37D323}"/>
              </a:ext>
            </a:extLst>
          </p:cNvPr>
          <p:cNvCxnSpPr>
            <a:stCxn id="22" idx="7"/>
          </p:cNvCxnSpPr>
          <p:nvPr/>
        </p:nvCxnSpPr>
        <p:spPr>
          <a:xfrm flipV="1">
            <a:off x="7282486" y="3937914"/>
            <a:ext cx="490436" cy="396656"/>
          </a:xfrm>
          <a:prstGeom prst="straightConnector1">
            <a:avLst/>
          </a:prstGeom>
          <a:ln>
            <a:solidFill>
              <a:srgbClr val="FF0000"/>
            </a:solidFill>
            <a:headEnd type="arrow" w="lg" len="lg"/>
            <a:tailEnd type="arrow" w="lg" len="lg"/>
          </a:ln>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7817050F-5F71-634F-E806-2898A0BEAB94}"/>
              </a:ext>
            </a:extLst>
          </p:cNvPr>
          <p:cNvCxnSpPr>
            <a:cxnSpLocks/>
            <a:stCxn id="22" idx="4"/>
          </p:cNvCxnSpPr>
          <p:nvPr/>
        </p:nvCxnSpPr>
        <p:spPr>
          <a:xfrm flipH="1">
            <a:off x="7220960" y="4455264"/>
            <a:ext cx="6612" cy="1266546"/>
          </a:xfrm>
          <a:prstGeom prst="straightConnector1">
            <a:avLst/>
          </a:prstGeom>
          <a:ln>
            <a:solidFill>
              <a:srgbClr val="FF0000"/>
            </a:solidFill>
            <a:headEnd type="arrow" w="lg" len="lg"/>
            <a:tailEnd type="arrow" w="lg" len="lg"/>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656590EE-B038-9E2A-F953-3EA198856003}"/>
              </a:ext>
            </a:extLst>
          </p:cNvPr>
          <p:cNvCxnSpPr/>
          <p:nvPr/>
        </p:nvCxnSpPr>
        <p:spPr>
          <a:xfrm>
            <a:off x="6709528" y="5721810"/>
            <a:ext cx="961534" cy="0"/>
          </a:xfrm>
          <a:prstGeom prst="line">
            <a:avLst/>
          </a:prstGeom>
          <a:ln w="107950">
            <a:solidFill>
              <a:schemeClr val="tx2">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32" name="TextBox 31">
            <a:extLst>
              <a:ext uri="{FF2B5EF4-FFF2-40B4-BE49-F238E27FC236}">
                <a16:creationId xmlns:a16="http://schemas.microsoft.com/office/drawing/2014/main" id="{383549F7-B855-C815-D201-9F65375C1EA7}"/>
              </a:ext>
            </a:extLst>
          </p:cNvPr>
          <p:cNvSpPr txBox="1"/>
          <p:nvPr/>
        </p:nvSpPr>
        <p:spPr>
          <a:xfrm>
            <a:off x="7453391" y="5583310"/>
            <a:ext cx="980691" cy="300082"/>
          </a:xfrm>
          <a:prstGeom prst="rect">
            <a:avLst/>
          </a:prstGeom>
          <a:noFill/>
        </p:spPr>
        <p:txBody>
          <a:bodyPr wrap="square">
            <a:spAutoFit/>
          </a:bodyPr>
          <a:lstStyle/>
          <a:p>
            <a:pPr algn="ctr"/>
            <a:r>
              <a:rPr lang="pt-BR" sz="1350" dirty="0">
                <a:latin typeface="Aharoni" panose="02010803020104030203" pitchFamily="2" charset="-79"/>
                <a:cs typeface="Aharoni" panose="02010803020104030203" pitchFamily="2" charset="-79"/>
              </a:rPr>
              <a:t>mat</a:t>
            </a:r>
            <a:endParaRPr lang="en-US" sz="1350" dirty="0"/>
          </a:p>
        </p:txBody>
      </p:sp>
    </p:spTree>
    <p:extLst>
      <p:ext uri="{BB962C8B-B14F-4D97-AF65-F5344CB8AC3E}">
        <p14:creationId xmlns:p14="http://schemas.microsoft.com/office/powerpoint/2010/main" val="153621776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9" name="Picture 118" descr="A group of logos on a blue background&#10;&#10;Description automatically generated">
            <a:extLst>
              <a:ext uri="{FF2B5EF4-FFF2-40B4-BE49-F238E27FC236}">
                <a16:creationId xmlns:a16="http://schemas.microsoft.com/office/drawing/2014/main" id="{80264753-2A77-007D-D168-B2B73B076F1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462308" y="2499609"/>
            <a:ext cx="2069013" cy="2069013"/>
          </a:xfrm>
          <a:prstGeom prst="rect">
            <a:avLst/>
          </a:prstGeom>
        </p:spPr>
      </p:pic>
      <p:sp>
        <p:nvSpPr>
          <p:cNvPr id="10" name="Rectangle 9">
            <a:extLst>
              <a:ext uri="{FF2B5EF4-FFF2-40B4-BE49-F238E27FC236}">
                <a16:creationId xmlns:a16="http://schemas.microsoft.com/office/drawing/2014/main" id="{9B8D0125-F38D-9F8F-68EE-7FC5A79B750C}"/>
              </a:ext>
            </a:extLst>
          </p:cNvPr>
          <p:cNvSpPr/>
          <p:nvPr/>
        </p:nvSpPr>
        <p:spPr>
          <a:xfrm rot="2700000">
            <a:off x="2211085" y="1671517"/>
            <a:ext cx="1008112" cy="216024"/>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ight Triangle 10">
            <a:extLst>
              <a:ext uri="{FF2B5EF4-FFF2-40B4-BE49-F238E27FC236}">
                <a16:creationId xmlns:a16="http://schemas.microsoft.com/office/drawing/2014/main" id="{E10C9CD8-1CA4-C389-C58D-39E8F1FE09B7}"/>
              </a:ext>
            </a:extLst>
          </p:cNvPr>
          <p:cNvSpPr/>
          <p:nvPr/>
        </p:nvSpPr>
        <p:spPr>
          <a:xfrm rot="5400000">
            <a:off x="2715141" y="1779529"/>
            <a:ext cx="914400" cy="914400"/>
          </a:xfrm>
          <a:prstGeom prst="rtTriangl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Diagonal Stripe 11">
            <a:extLst>
              <a:ext uri="{FF2B5EF4-FFF2-40B4-BE49-F238E27FC236}">
                <a16:creationId xmlns:a16="http://schemas.microsoft.com/office/drawing/2014/main" id="{F4900469-CF18-3660-A650-ED5F62AFAB87}"/>
              </a:ext>
            </a:extLst>
          </p:cNvPr>
          <p:cNvSpPr/>
          <p:nvPr/>
        </p:nvSpPr>
        <p:spPr>
          <a:xfrm rot="10800000">
            <a:off x="2715141" y="1779529"/>
            <a:ext cx="914400" cy="914400"/>
          </a:xfrm>
          <a:prstGeom prst="diagStripe">
            <a:avLst>
              <a:gd name="adj" fmla="val 42233"/>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3" name="Oval 12">
            <a:extLst>
              <a:ext uri="{FF2B5EF4-FFF2-40B4-BE49-F238E27FC236}">
                <a16:creationId xmlns:a16="http://schemas.microsoft.com/office/drawing/2014/main" id="{E388EA0E-68FC-5CFB-7781-97FBB5D87362}"/>
              </a:ext>
            </a:extLst>
          </p:cNvPr>
          <p:cNvSpPr/>
          <p:nvPr/>
        </p:nvSpPr>
        <p:spPr>
          <a:xfrm rot="5400000">
            <a:off x="2159536" y="1209185"/>
            <a:ext cx="365760" cy="365760"/>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BA66C07A-57DF-F196-69F4-D8D0125DA143}"/>
              </a:ext>
            </a:extLst>
          </p:cNvPr>
          <p:cNvSpPr/>
          <p:nvPr/>
        </p:nvSpPr>
        <p:spPr>
          <a:xfrm rot="8100000">
            <a:off x="5774432" y="1664804"/>
            <a:ext cx="1008112" cy="216024"/>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Triangle 15">
            <a:extLst>
              <a:ext uri="{FF2B5EF4-FFF2-40B4-BE49-F238E27FC236}">
                <a16:creationId xmlns:a16="http://schemas.microsoft.com/office/drawing/2014/main" id="{C9B2A0B9-608C-143A-9541-2B0EC5B270DE}"/>
              </a:ext>
            </a:extLst>
          </p:cNvPr>
          <p:cNvSpPr/>
          <p:nvPr/>
        </p:nvSpPr>
        <p:spPr>
          <a:xfrm rot="10800000">
            <a:off x="5364088" y="1772816"/>
            <a:ext cx="914400" cy="914400"/>
          </a:xfrm>
          <a:prstGeom prst="rtTriangl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Diagonal Stripe 16">
            <a:extLst>
              <a:ext uri="{FF2B5EF4-FFF2-40B4-BE49-F238E27FC236}">
                <a16:creationId xmlns:a16="http://schemas.microsoft.com/office/drawing/2014/main" id="{D5A4E9B5-CB7C-6CD3-F51F-CA4DC42DB6C8}"/>
              </a:ext>
            </a:extLst>
          </p:cNvPr>
          <p:cNvSpPr/>
          <p:nvPr/>
        </p:nvSpPr>
        <p:spPr>
          <a:xfrm rot="16200000">
            <a:off x="5364088" y="1772816"/>
            <a:ext cx="914400" cy="914400"/>
          </a:xfrm>
          <a:prstGeom prst="diagStripe">
            <a:avLst>
              <a:gd name="adj" fmla="val 42233"/>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8" name="Oval 17">
            <a:extLst>
              <a:ext uri="{FF2B5EF4-FFF2-40B4-BE49-F238E27FC236}">
                <a16:creationId xmlns:a16="http://schemas.microsoft.com/office/drawing/2014/main" id="{8810E95D-9C08-0E77-7C04-AE7198A64786}"/>
              </a:ext>
            </a:extLst>
          </p:cNvPr>
          <p:cNvSpPr/>
          <p:nvPr/>
        </p:nvSpPr>
        <p:spPr>
          <a:xfrm rot="10800000">
            <a:off x="6483072" y="1217211"/>
            <a:ext cx="365760" cy="365760"/>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Arrow: Right 36">
            <a:extLst>
              <a:ext uri="{FF2B5EF4-FFF2-40B4-BE49-F238E27FC236}">
                <a16:creationId xmlns:a16="http://schemas.microsoft.com/office/drawing/2014/main" id="{CBDB2651-B700-0526-1173-CAF2158DCBB9}"/>
              </a:ext>
            </a:extLst>
          </p:cNvPr>
          <p:cNvSpPr/>
          <p:nvPr/>
        </p:nvSpPr>
        <p:spPr>
          <a:xfrm rot="5400000">
            <a:off x="2805150" y="2658300"/>
            <a:ext cx="324036" cy="504056"/>
          </a:xfrm>
          <a:prstGeom prst="rightArrow">
            <a:avLst>
              <a:gd name="adj1" fmla="val 50000"/>
              <a:gd name="adj2" fmla="val 60274"/>
            </a:avLst>
          </a:prstGeom>
          <a:solidFill>
            <a:srgbClr val="C0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38" name="Arrow: Right 37">
            <a:extLst>
              <a:ext uri="{FF2B5EF4-FFF2-40B4-BE49-F238E27FC236}">
                <a16:creationId xmlns:a16="http://schemas.microsoft.com/office/drawing/2014/main" id="{3B5EB9BE-F051-45D5-3063-E9C2652A1854}"/>
              </a:ext>
            </a:extLst>
          </p:cNvPr>
          <p:cNvSpPr/>
          <p:nvPr/>
        </p:nvSpPr>
        <p:spPr>
          <a:xfrm>
            <a:off x="3708514" y="1779528"/>
            <a:ext cx="324036" cy="504056"/>
          </a:xfrm>
          <a:prstGeom prst="rightArrow">
            <a:avLst>
              <a:gd name="adj1" fmla="val 50000"/>
              <a:gd name="adj2" fmla="val 60274"/>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 name="Rectangle 101">
            <a:extLst>
              <a:ext uri="{FF2B5EF4-FFF2-40B4-BE49-F238E27FC236}">
                <a16:creationId xmlns:a16="http://schemas.microsoft.com/office/drawing/2014/main" id="{B23C1D89-6FC0-C10C-20BC-4F9A490BD2C5}"/>
              </a:ext>
            </a:extLst>
          </p:cNvPr>
          <p:cNvSpPr/>
          <p:nvPr/>
        </p:nvSpPr>
        <p:spPr>
          <a:xfrm rot="18900000">
            <a:off x="2211085" y="5173834"/>
            <a:ext cx="1008112" cy="216024"/>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 name="Right Triangle 102">
            <a:extLst>
              <a:ext uri="{FF2B5EF4-FFF2-40B4-BE49-F238E27FC236}">
                <a16:creationId xmlns:a16="http://schemas.microsoft.com/office/drawing/2014/main" id="{81E866B5-82FF-97AC-42E7-23D7CD28522F}"/>
              </a:ext>
            </a:extLst>
          </p:cNvPr>
          <p:cNvSpPr/>
          <p:nvPr/>
        </p:nvSpPr>
        <p:spPr>
          <a:xfrm>
            <a:off x="2715141" y="4367446"/>
            <a:ext cx="914400" cy="914400"/>
          </a:xfrm>
          <a:prstGeom prst="rtTriangle">
            <a:avLst/>
          </a:prstGeom>
          <a:solidFill>
            <a:srgbClr val="C0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 name="Diagonal Stripe 103">
            <a:extLst>
              <a:ext uri="{FF2B5EF4-FFF2-40B4-BE49-F238E27FC236}">
                <a16:creationId xmlns:a16="http://schemas.microsoft.com/office/drawing/2014/main" id="{8862D853-8410-2F82-64C2-78D73BDF9D4D}"/>
              </a:ext>
            </a:extLst>
          </p:cNvPr>
          <p:cNvSpPr/>
          <p:nvPr/>
        </p:nvSpPr>
        <p:spPr>
          <a:xfrm rot="5400000">
            <a:off x="2715141" y="4367446"/>
            <a:ext cx="914400" cy="914400"/>
          </a:xfrm>
          <a:prstGeom prst="diagStripe">
            <a:avLst>
              <a:gd name="adj" fmla="val 42233"/>
            </a:avLst>
          </a:prstGeom>
          <a:solidFill>
            <a:srgbClr val="C0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05" name="Oval 104">
            <a:extLst>
              <a:ext uri="{FF2B5EF4-FFF2-40B4-BE49-F238E27FC236}">
                <a16:creationId xmlns:a16="http://schemas.microsoft.com/office/drawing/2014/main" id="{C55415E0-C098-978D-A892-D472CA3C4B93}"/>
              </a:ext>
            </a:extLst>
          </p:cNvPr>
          <p:cNvSpPr/>
          <p:nvPr/>
        </p:nvSpPr>
        <p:spPr>
          <a:xfrm>
            <a:off x="2144797" y="5471691"/>
            <a:ext cx="365760" cy="365760"/>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 name="Rectangle 106">
            <a:extLst>
              <a:ext uri="{FF2B5EF4-FFF2-40B4-BE49-F238E27FC236}">
                <a16:creationId xmlns:a16="http://schemas.microsoft.com/office/drawing/2014/main" id="{575DECB5-D3D2-BC1E-4AC3-7ED7F0B81E0C}"/>
              </a:ext>
            </a:extLst>
          </p:cNvPr>
          <p:cNvSpPr/>
          <p:nvPr/>
        </p:nvSpPr>
        <p:spPr>
          <a:xfrm rot="13500000">
            <a:off x="5774432" y="5173834"/>
            <a:ext cx="1008112" cy="216024"/>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 name="Right Triangle 107">
            <a:extLst>
              <a:ext uri="{FF2B5EF4-FFF2-40B4-BE49-F238E27FC236}">
                <a16:creationId xmlns:a16="http://schemas.microsoft.com/office/drawing/2014/main" id="{CE6BC459-B7CF-E52A-B2CD-8B7FEA375D25}"/>
              </a:ext>
            </a:extLst>
          </p:cNvPr>
          <p:cNvSpPr/>
          <p:nvPr/>
        </p:nvSpPr>
        <p:spPr>
          <a:xfrm rot="16200000">
            <a:off x="5364088" y="4367446"/>
            <a:ext cx="914400" cy="914400"/>
          </a:xfrm>
          <a:prstGeom prst="rtTriangl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 name="Diagonal Stripe 108">
            <a:extLst>
              <a:ext uri="{FF2B5EF4-FFF2-40B4-BE49-F238E27FC236}">
                <a16:creationId xmlns:a16="http://schemas.microsoft.com/office/drawing/2014/main" id="{55B2A944-3CF2-BB69-A596-648295D40847}"/>
              </a:ext>
            </a:extLst>
          </p:cNvPr>
          <p:cNvSpPr/>
          <p:nvPr/>
        </p:nvSpPr>
        <p:spPr>
          <a:xfrm>
            <a:off x="5364088" y="4367446"/>
            <a:ext cx="914400" cy="914400"/>
          </a:xfrm>
          <a:prstGeom prst="diagStripe">
            <a:avLst>
              <a:gd name="adj" fmla="val 42233"/>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10" name="Oval 109">
            <a:extLst>
              <a:ext uri="{FF2B5EF4-FFF2-40B4-BE49-F238E27FC236}">
                <a16:creationId xmlns:a16="http://schemas.microsoft.com/office/drawing/2014/main" id="{C8522F89-DC53-05BA-C8F0-4DB11D8F8311}"/>
              </a:ext>
            </a:extLst>
          </p:cNvPr>
          <p:cNvSpPr/>
          <p:nvPr/>
        </p:nvSpPr>
        <p:spPr>
          <a:xfrm rot="16200000">
            <a:off x="6468333" y="5486430"/>
            <a:ext cx="365760" cy="365760"/>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 name="Arrow: Right 111">
            <a:extLst>
              <a:ext uri="{FF2B5EF4-FFF2-40B4-BE49-F238E27FC236}">
                <a16:creationId xmlns:a16="http://schemas.microsoft.com/office/drawing/2014/main" id="{CCFF8C09-E445-D1F3-4A16-818347514F01}"/>
              </a:ext>
            </a:extLst>
          </p:cNvPr>
          <p:cNvSpPr/>
          <p:nvPr/>
        </p:nvSpPr>
        <p:spPr>
          <a:xfrm rot="10800000">
            <a:off x="4968666" y="4777790"/>
            <a:ext cx="324036" cy="504056"/>
          </a:xfrm>
          <a:prstGeom prst="rightArrow">
            <a:avLst>
              <a:gd name="adj1" fmla="val 50000"/>
              <a:gd name="adj2" fmla="val 60274"/>
            </a:avLst>
          </a:prstGeom>
          <a:solidFill>
            <a:srgbClr val="C0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13" name="Arrow: Right 112">
            <a:extLst>
              <a:ext uri="{FF2B5EF4-FFF2-40B4-BE49-F238E27FC236}">
                <a16:creationId xmlns:a16="http://schemas.microsoft.com/office/drawing/2014/main" id="{47ED10FF-6D09-408A-3FDF-0D8074021B17}"/>
              </a:ext>
            </a:extLst>
          </p:cNvPr>
          <p:cNvSpPr/>
          <p:nvPr/>
        </p:nvSpPr>
        <p:spPr>
          <a:xfrm rot="16200000">
            <a:off x="5851626" y="3891939"/>
            <a:ext cx="324036" cy="504056"/>
          </a:xfrm>
          <a:prstGeom prst="rightArrow">
            <a:avLst>
              <a:gd name="adj1" fmla="val 50000"/>
              <a:gd name="adj2" fmla="val 60274"/>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1" name="Straight Arrow Connector 120">
            <a:extLst>
              <a:ext uri="{FF2B5EF4-FFF2-40B4-BE49-F238E27FC236}">
                <a16:creationId xmlns:a16="http://schemas.microsoft.com/office/drawing/2014/main" id="{8C866A58-7970-767A-B275-12C45A8862AE}"/>
              </a:ext>
            </a:extLst>
          </p:cNvPr>
          <p:cNvCxnSpPr>
            <a:cxnSpLocks/>
          </p:cNvCxnSpPr>
          <p:nvPr/>
        </p:nvCxnSpPr>
        <p:spPr>
          <a:xfrm>
            <a:off x="4499300" y="3579729"/>
            <a:ext cx="2334793" cy="0"/>
          </a:xfrm>
          <a:prstGeom prst="straightConnector1">
            <a:avLst/>
          </a:prstGeom>
          <a:ln w="1428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22" name="Straight Arrow Connector 121">
            <a:extLst>
              <a:ext uri="{FF2B5EF4-FFF2-40B4-BE49-F238E27FC236}">
                <a16:creationId xmlns:a16="http://schemas.microsoft.com/office/drawing/2014/main" id="{D65E30B2-81F0-0F81-59B9-15C33B8DF661}"/>
              </a:ext>
            </a:extLst>
          </p:cNvPr>
          <p:cNvCxnSpPr>
            <a:cxnSpLocks/>
          </p:cNvCxnSpPr>
          <p:nvPr/>
        </p:nvCxnSpPr>
        <p:spPr>
          <a:xfrm flipV="1">
            <a:off x="4499300" y="1250359"/>
            <a:ext cx="0" cy="2329370"/>
          </a:xfrm>
          <a:prstGeom prst="straightConnector1">
            <a:avLst/>
          </a:prstGeom>
          <a:ln w="142875">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2" name="TextBox 1">
            <a:extLst>
              <a:ext uri="{FF2B5EF4-FFF2-40B4-BE49-F238E27FC236}">
                <a16:creationId xmlns:a16="http://schemas.microsoft.com/office/drawing/2014/main" id="{7D95783B-B257-20F3-EA52-383F13D2DF2B}"/>
              </a:ext>
            </a:extLst>
          </p:cNvPr>
          <p:cNvSpPr txBox="1"/>
          <p:nvPr/>
        </p:nvSpPr>
        <p:spPr>
          <a:xfrm>
            <a:off x="1628058" y="839853"/>
            <a:ext cx="418704" cy="369332"/>
          </a:xfrm>
          <a:prstGeom prst="rect">
            <a:avLst/>
          </a:prstGeom>
          <a:noFill/>
        </p:spPr>
        <p:txBody>
          <a:bodyPr wrap="square" rtlCol="0">
            <a:spAutoFit/>
          </a:bodyPr>
          <a:lstStyle/>
          <a:p>
            <a:r>
              <a:rPr lang="pt-BR" dirty="0"/>
              <a:t>01</a:t>
            </a:r>
            <a:endParaRPr lang="en-US" dirty="0"/>
          </a:p>
        </p:txBody>
      </p:sp>
      <p:sp>
        <p:nvSpPr>
          <p:cNvPr id="3" name="TextBox 2">
            <a:extLst>
              <a:ext uri="{FF2B5EF4-FFF2-40B4-BE49-F238E27FC236}">
                <a16:creationId xmlns:a16="http://schemas.microsoft.com/office/drawing/2014/main" id="{B3F2974D-1C44-CB50-C09F-D196A63D684E}"/>
              </a:ext>
            </a:extLst>
          </p:cNvPr>
          <p:cNvSpPr txBox="1"/>
          <p:nvPr/>
        </p:nvSpPr>
        <p:spPr>
          <a:xfrm>
            <a:off x="1555121" y="5830801"/>
            <a:ext cx="564578" cy="369332"/>
          </a:xfrm>
          <a:prstGeom prst="rect">
            <a:avLst/>
          </a:prstGeom>
          <a:noFill/>
        </p:spPr>
        <p:txBody>
          <a:bodyPr wrap="none" rtlCol="0">
            <a:spAutoFit/>
          </a:bodyPr>
          <a:lstStyle/>
          <a:p>
            <a:r>
              <a:rPr lang="pt-BR" dirty="0"/>
              <a:t>RED</a:t>
            </a:r>
            <a:endParaRPr lang="en-US" dirty="0"/>
          </a:p>
        </p:txBody>
      </p:sp>
      <p:sp>
        <p:nvSpPr>
          <p:cNvPr id="4" name="TextBox 3">
            <a:extLst>
              <a:ext uri="{FF2B5EF4-FFF2-40B4-BE49-F238E27FC236}">
                <a16:creationId xmlns:a16="http://schemas.microsoft.com/office/drawing/2014/main" id="{5CE395FC-EAA8-3294-6F89-23FF1F7AF8F3}"/>
              </a:ext>
            </a:extLst>
          </p:cNvPr>
          <p:cNvSpPr txBox="1"/>
          <p:nvPr/>
        </p:nvSpPr>
        <p:spPr>
          <a:xfrm>
            <a:off x="7056696" y="5826414"/>
            <a:ext cx="418704" cy="369332"/>
          </a:xfrm>
          <a:prstGeom prst="rect">
            <a:avLst/>
          </a:prstGeom>
          <a:noFill/>
        </p:spPr>
        <p:txBody>
          <a:bodyPr wrap="none" rtlCol="0">
            <a:spAutoFit/>
          </a:bodyPr>
          <a:lstStyle/>
          <a:p>
            <a:r>
              <a:rPr lang="pt-BR" dirty="0"/>
              <a:t>10</a:t>
            </a:r>
            <a:endParaRPr lang="en-US" dirty="0"/>
          </a:p>
        </p:txBody>
      </p:sp>
      <p:sp>
        <p:nvSpPr>
          <p:cNvPr id="5" name="TextBox 4">
            <a:extLst>
              <a:ext uri="{FF2B5EF4-FFF2-40B4-BE49-F238E27FC236}">
                <a16:creationId xmlns:a16="http://schemas.microsoft.com/office/drawing/2014/main" id="{39D93944-C47A-1FF5-C806-40BAA8F84817}"/>
              </a:ext>
            </a:extLst>
          </p:cNvPr>
          <p:cNvSpPr txBox="1"/>
          <p:nvPr/>
        </p:nvSpPr>
        <p:spPr>
          <a:xfrm>
            <a:off x="6934932" y="838461"/>
            <a:ext cx="662233" cy="369332"/>
          </a:xfrm>
          <a:prstGeom prst="rect">
            <a:avLst/>
          </a:prstGeom>
          <a:noFill/>
        </p:spPr>
        <p:txBody>
          <a:bodyPr wrap="none" rtlCol="0">
            <a:spAutoFit/>
          </a:bodyPr>
          <a:lstStyle/>
          <a:p>
            <a:r>
              <a:rPr lang="pt-BR" dirty="0"/>
              <a:t>BLUE</a:t>
            </a:r>
            <a:endParaRPr lang="en-US" dirty="0"/>
          </a:p>
        </p:txBody>
      </p:sp>
    </p:spTree>
    <p:extLst>
      <p:ext uri="{BB962C8B-B14F-4D97-AF65-F5344CB8AC3E}">
        <p14:creationId xmlns:p14="http://schemas.microsoft.com/office/powerpoint/2010/main" val="154794690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9127D024-EBFA-BDB0-CB57-B260349D4697}"/>
              </a:ext>
            </a:extLst>
          </p:cNvPr>
          <p:cNvSpPr/>
          <p:nvPr/>
        </p:nvSpPr>
        <p:spPr>
          <a:xfrm rot="18900000">
            <a:off x="899592" y="1499084"/>
            <a:ext cx="1008112" cy="216024"/>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ight Triangle 1">
            <a:extLst>
              <a:ext uri="{FF2B5EF4-FFF2-40B4-BE49-F238E27FC236}">
                <a16:creationId xmlns:a16="http://schemas.microsoft.com/office/drawing/2014/main" id="{7F651F40-BEB2-228D-D382-6C7DC6592026}"/>
              </a:ext>
            </a:extLst>
          </p:cNvPr>
          <p:cNvSpPr/>
          <p:nvPr/>
        </p:nvSpPr>
        <p:spPr>
          <a:xfrm>
            <a:off x="1403648" y="692696"/>
            <a:ext cx="914400" cy="914400"/>
          </a:xfrm>
          <a:prstGeom prst="rtTriangle">
            <a:avLst/>
          </a:prstGeom>
          <a:solidFill>
            <a:srgbClr val="C0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Diagonal Stripe 4">
            <a:extLst>
              <a:ext uri="{FF2B5EF4-FFF2-40B4-BE49-F238E27FC236}">
                <a16:creationId xmlns:a16="http://schemas.microsoft.com/office/drawing/2014/main" id="{C1A58EA5-4228-E0A4-197C-BCA23B5C8ABA}"/>
              </a:ext>
            </a:extLst>
          </p:cNvPr>
          <p:cNvSpPr/>
          <p:nvPr/>
        </p:nvSpPr>
        <p:spPr>
          <a:xfrm rot="5400000">
            <a:off x="1403648" y="692696"/>
            <a:ext cx="914400" cy="914400"/>
          </a:xfrm>
          <a:prstGeom prst="diagStripe">
            <a:avLst>
              <a:gd name="adj" fmla="val 42233"/>
            </a:avLst>
          </a:prstGeom>
          <a:solidFill>
            <a:srgbClr val="C0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6" name="Oval 5">
            <a:extLst>
              <a:ext uri="{FF2B5EF4-FFF2-40B4-BE49-F238E27FC236}">
                <a16:creationId xmlns:a16="http://schemas.microsoft.com/office/drawing/2014/main" id="{29DCDC1B-8464-C274-F0DE-FD9175D44F41}"/>
              </a:ext>
            </a:extLst>
          </p:cNvPr>
          <p:cNvSpPr/>
          <p:nvPr/>
        </p:nvSpPr>
        <p:spPr>
          <a:xfrm>
            <a:off x="833304" y="1796941"/>
            <a:ext cx="365760" cy="365760"/>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Elipse 167">
            <a:extLst>
              <a:ext uri="{FF2B5EF4-FFF2-40B4-BE49-F238E27FC236}">
                <a16:creationId xmlns:a16="http://schemas.microsoft.com/office/drawing/2014/main" id="{E2C310BB-ECE6-9FC0-7FFF-3770E68C2848}"/>
              </a:ext>
            </a:extLst>
          </p:cNvPr>
          <p:cNvSpPr/>
          <p:nvPr/>
        </p:nvSpPr>
        <p:spPr>
          <a:xfrm rot="5400000">
            <a:off x="904899" y="1868535"/>
            <a:ext cx="222570" cy="222570"/>
          </a:xfrm>
          <a:prstGeom prst="ellipse">
            <a:avLst/>
          </a:prstGeom>
          <a:solidFill>
            <a:srgbClr val="92D050"/>
          </a:solidFill>
          <a:ln>
            <a:solidFill>
              <a:srgbClr val="FFC000"/>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64EB5FF2-8994-5312-BB2A-968BB7AF0662}"/>
              </a:ext>
            </a:extLst>
          </p:cNvPr>
          <p:cNvSpPr/>
          <p:nvPr/>
        </p:nvSpPr>
        <p:spPr>
          <a:xfrm rot="13500000">
            <a:off x="1482859" y="4982478"/>
            <a:ext cx="1008112" cy="216024"/>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ight Triangle 20">
            <a:extLst>
              <a:ext uri="{FF2B5EF4-FFF2-40B4-BE49-F238E27FC236}">
                <a16:creationId xmlns:a16="http://schemas.microsoft.com/office/drawing/2014/main" id="{21D3A430-650B-B512-959F-0DFF214168D4}"/>
              </a:ext>
            </a:extLst>
          </p:cNvPr>
          <p:cNvSpPr/>
          <p:nvPr/>
        </p:nvSpPr>
        <p:spPr>
          <a:xfrm rot="16200000">
            <a:off x="1072515" y="4176090"/>
            <a:ext cx="914400" cy="914400"/>
          </a:xfrm>
          <a:prstGeom prst="rtTriangl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Diagonal Stripe 21">
            <a:extLst>
              <a:ext uri="{FF2B5EF4-FFF2-40B4-BE49-F238E27FC236}">
                <a16:creationId xmlns:a16="http://schemas.microsoft.com/office/drawing/2014/main" id="{952154AB-F6FF-B2C2-867B-074CDEC10F6F}"/>
              </a:ext>
            </a:extLst>
          </p:cNvPr>
          <p:cNvSpPr/>
          <p:nvPr/>
        </p:nvSpPr>
        <p:spPr>
          <a:xfrm>
            <a:off x="1072515" y="4176090"/>
            <a:ext cx="914400" cy="914400"/>
          </a:xfrm>
          <a:prstGeom prst="diagStripe">
            <a:avLst>
              <a:gd name="adj" fmla="val 42233"/>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23" name="Oval 22">
            <a:extLst>
              <a:ext uri="{FF2B5EF4-FFF2-40B4-BE49-F238E27FC236}">
                <a16:creationId xmlns:a16="http://schemas.microsoft.com/office/drawing/2014/main" id="{A1C2E040-29B0-F1C7-B1F8-3EB29567B5E0}"/>
              </a:ext>
            </a:extLst>
          </p:cNvPr>
          <p:cNvSpPr/>
          <p:nvPr/>
        </p:nvSpPr>
        <p:spPr>
          <a:xfrm rot="16200000">
            <a:off x="2176760" y="5295074"/>
            <a:ext cx="365760" cy="365760"/>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Elipse 167">
            <a:extLst>
              <a:ext uri="{FF2B5EF4-FFF2-40B4-BE49-F238E27FC236}">
                <a16:creationId xmlns:a16="http://schemas.microsoft.com/office/drawing/2014/main" id="{538E4463-FFA7-1ACE-A021-94171EB9F4A1}"/>
              </a:ext>
            </a:extLst>
          </p:cNvPr>
          <p:cNvSpPr/>
          <p:nvPr/>
        </p:nvSpPr>
        <p:spPr>
          <a:xfrm rot="5400000">
            <a:off x="2248355" y="5366668"/>
            <a:ext cx="222570" cy="222570"/>
          </a:xfrm>
          <a:prstGeom prst="ellipse">
            <a:avLst/>
          </a:prstGeom>
          <a:solidFill>
            <a:srgbClr val="92D050"/>
          </a:solidFill>
          <a:ln>
            <a:solidFill>
              <a:srgbClr val="FFC000"/>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39" name="Arrow: Right 38">
            <a:extLst>
              <a:ext uri="{FF2B5EF4-FFF2-40B4-BE49-F238E27FC236}">
                <a16:creationId xmlns:a16="http://schemas.microsoft.com/office/drawing/2014/main" id="{FD393087-7D2D-D083-0259-5BB22FEE323F}"/>
              </a:ext>
            </a:extLst>
          </p:cNvPr>
          <p:cNvSpPr/>
          <p:nvPr/>
        </p:nvSpPr>
        <p:spPr>
          <a:xfrm rot="10800000">
            <a:off x="677093" y="4586434"/>
            <a:ext cx="324036" cy="504056"/>
          </a:xfrm>
          <a:prstGeom prst="rightArrow">
            <a:avLst>
              <a:gd name="adj1" fmla="val 50000"/>
              <a:gd name="adj2" fmla="val 60274"/>
            </a:avLst>
          </a:prstGeom>
          <a:solidFill>
            <a:srgbClr val="C0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40" name="Arrow: Right 39">
            <a:extLst>
              <a:ext uri="{FF2B5EF4-FFF2-40B4-BE49-F238E27FC236}">
                <a16:creationId xmlns:a16="http://schemas.microsoft.com/office/drawing/2014/main" id="{03EF78D9-CCA6-6252-DFD3-C16B946BA6B7}"/>
              </a:ext>
            </a:extLst>
          </p:cNvPr>
          <p:cNvSpPr/>
          <p:nvPr/>
        </p:nvSpPr>
        <p:spPr>
          <a:xfrm rot="16200000">
            <a:off x="1560053" y="3700583"/>
            <a:ext cx="324036" cy="504056"/>
          </a:xfrm>
          <a:prstGeom prst="rightArrow">
            <a:avLst>
              <a:gd name="adj1" fmla="val 50000"/>
              <a:gd name="adj2" fmla="val 60274"/>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1C34C2BB-DC0A-0ADB-E6AF-7AD87C075552}"/>
              </a:ext>
            </a:extLst>
          </p:cNvPr>
          <p:cNvSpPr/>
          <p:nvPr/>
        </p:nvSpPr>
        <p:spPr>
          <a:xfrm rot="13500000">
            <a:off x="4478201" y="4982478"/>
            <a:ext cx="1008112" cy="216024"/>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Right Triangle 41">
            <a:extLst>
              <a:ext uri="{FF2B5EF4-FFF2-40B4-BE49-F238E27FC236}">
                <a16:creationId xmlns:a16="http://schemas.microsoft.com/office/drawing/2014/main" id="{05BA769D-DE4B-C630-A6D3-F5C6A3613ED2}"/>
              </a:ext>
            </a:extLst>
          </p:cNvPr>
          <p:cNvSpPr/>
          <p:nvPr/>
        </p:nvSpPr>
        <p:spPr>
          <a:xfrm rot="16200000">
            <a:off x="4067857" y="4176090"/>
            <a:ext cx="914400" cy="914400"/>
          </a:xfrm>
          <a:prstGeom prst="rtTriangl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Diagonal Stripe 42">
            <a:extLst>
              <a:ext uri="{FF2B5EF4-FFF2-40B4-BE49-F238E27FC236}">
                <a16:creationId xmlns:a16="http://schemas.microsoft.com/office/drawing/2014/main" id="{B2F2505F-2D42-51B9-7168-809BA3E22A61}"/>
              </a:ext>
            </a:extLst>
          </p:cNvPr>
          <p:cNvSpPr/>
          <p:nvPr/>
        </p:nvSpPr>
        <p:spPr>
          <a:xfrm>
            <a:off x="4067857" y="4176090"/>
            <a:ext cx="914400" cy="914400"/>
          </a:xfrm>
          <a:prstGeom prst="diagStripe">
            <a:avLst>
              <a:gd name="adj" fmla="val 42233"/>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44" name="Oval 43">
            <a:extLst>
              <a:ext uri="{FF2B5EF4-FFF2-40B4-BE49-F238E27FC236}">
                <a16:creationId xmlns:a16="http://schemas.microsoft.com/office/drawing/2014/main" id="{DD2A0655-D543-448E-AEA5-0E488106303F}"/>
              </a:ext>
            </a:extLst>
          </p:cNvPr>
          <p:cNvSpPr/>
          <p:nvPr/>
        </p:nvSpPr>
        <p:spPr>
          <a:xfrm rot="16200000">
            <a:off x="5172102" y="5295074"/>
            <a:ext cx="365760" cy="365760"/>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Elipse 167">
            <a:extLst>
              <a:ext uri="{FF2B5EF4-FFF2-40B4-BE49-F238E27FC236}">
                <a16:creationId xmlns:a16="http://schemas.microsoft.com/office/drawing/2014/main" id="{DB88031F-425C-E6B2-95CA-6FEC6F7F91EA}"/>
              </a:ext>
            </a:extLst>
          </p:cNvPr>
          <p:cNvSpPr/>
          <p:nvPr/>
        </p:nvSpPr>
        <p:spPr>
          <a:xfrm rot="5400000">
            <a:off x="4850062" y="4987930"/>
            <a:ext cx="222570" cy="222570"/>
          </a:xfrm>
          <a:prstGeom prst="ellipse">
            <a:avLst/>
          </a:prstGeom>
          <a:solidFill>
            <a:srgbClr val="92D050"/>
          </a:solidFill>
          <a:ln>
            <a:solidFill>
              <a:srgbClr val="FFC000"/>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48" name="Arrow: Right 47">
            <a:extLst>
              <a:ext uri="{FF2B5EF4-FFF2-40B4-BE49-F238E27FC236}">
                <a16:creationId xmlns:a16="http://schemas.microsoft.com/office/drawing/2014/main" id="{A704590A-E4E1-C3E3-9CD8-ACEC61A2C986}"/>
              </a:ext>
            </a:extLst>
          </p:cNvPr>
          <p:cNvSpPr/>
          <p:nvPr/>
        </p:nvSpPr>
        <p:spPr>
          <a:xfrm rot="10800000">
            <a:off x="3672435" y="4586434"/>
            <a:ext cx="324036" cy="504056"/>
          </a:xfrm>
          <a:prstGeom prst="rightArrow">
            <a:avLst>
              <a:gd name="adj1" fmla="val 50000"/>
              <a:gd name="adj2" fmla="val 60274"/>
            </a:avLst>
          </a:prstGeom>
          <a:solidFill>
            <a:srgbClr val="C0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49" name="Arrow: Right 48">
            <a:extLst>
              <a:ext uri="{FF2B5EF4-FFF2-40B4-BE49-F238E27FC236}">
                <a16:creationId xmlns:a16="http://schemas.microsoft.com/office/drawing/2014/main" id="{D49F357F-98C1-1D14-8CE0-9DEEAEF39AB8}"/>
              </a:ext>
            </a:extLst>
          </p:cNvPr>
          <p:cNvSpPr/>
          <p:nvPr/>
        </p:nvSpPr>
        <p:spPr>
          <a:xfrm rot="16200000">
            <a:off x="4555395" y="3700583"/>
            <a:ext cx="324036" cy="504056"/>
          </a:xfrm>
          <a:prstGeom prst="rightArrow">
            <a:avLst>
              <a:gd name="adj1" fmla="val 50000"/>
              <a:gd name="adj2" fmla="val 60274"/>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38B82005-0349-2FFE-F8CF-9D8855B2FC7B}"/>
              </a:ext>
            </a:extLst>
          </p:cNvPr>
          <p:cNvSpPr/>
          <p:nvPr/>
        </p:nvSpPr>
        <p:spPr>
          <a:xfrm rot="18900000">
            <a:off x="3775559" y="1495940"/>
            <a:ext cx="1008112" cy="216024"/>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ight Triangle 3">
            <a:extLst>
              <a:ext uri="{FF2B5EF4-FFF2-40B4-BE49-F238E27FC236}">
                <a16:creationId xmlns:a16="http://schemas.microsoft.com/office/drawing/2014/main" id="{461665A9-960F-9AB8-6BB7-05A06731CFE4}"/>
              </a:ext>
            </a:extLst>
          </p:cNvPr>
          <p:cNvSpPr/>
          <p:nvPr/>
        </p:nvSpPr>
        <p:spPr>
          <a:xfrm>
            <a:off x="4279615" y="689552"/>
            <a:ext cx="914400" cy="914400"/>
          </a:xfrm>
          <a:prstGeom prst="rtTriangle">
            <a:avLst/>
          </a:prstGeom>
          <a:solidFill>
            <a:srgbClr val="C0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Diagonal Stripe 7">
            <a:extLst>
              <a:ext uri="{FF2B5EF4-FFF2-40B4-BE49-F238E27FC236}">
                <a16:creationId xmlns:a16="http://schemas.microsoft.com/office/drawing/2014/main" id="{572AE2A4-2BFC-9108-4C42-438548917FEE}"/>
              </a:ext>
            </a:extLst>
          </p:cNvPr>
          <p:cNvSpPr/>
          <p:nvPr/>
        </p:nvSpPr>
        <p:spPr>
          <a:xfrm rot="5400000">
            <a:off x="4279615" y="689552"/>
            <a:ext cx="914400" cy="914400"/>
          </a:xfrm>
          <a:prstGeom prst="diagStripe">
            <a:avLst>
              <a:gd name="adj" fmla="val 42233"/>
            </a:avLst>
          </a:prstGeom>
          <a:solidFill>
            <a:srgbClr val="C0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9" name="Oval 8">
            <a:extLst>
              <a:ext uri="{FF2B5EF4-FFF2-40B4-BE49-F238E27FC236}">
                <a16:creationId xmlns:a16="http://schemas.microsoft.com/office/drawing/2014/main" id="{E55BE256-1884-2900-599E-A1ED6F4F0CE6}"/>
              </a:ext>
            </a:extLst>
          </p:cNvPr>
          <p:cNvSpPr/>
          <p:nvPr/>
        </p:nvSpPr>
        <p:spPr>
          <a:xfrm>
            <a:off x="3709271" y="1793797"/>
            <a:ext cx="365760" cy="365760"/>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Elipse 167">
            <a:extLst>
              <a:ext uri="{FF2B5EF4-FFF2-40B4-BE49-F238E27FC236}">
                <a16:creationId xmlns:a16="http://schemas.microsoft.com/office/drawing/2014/main" id="{5B68967C-A944-2A69-6682-CE2AB0E1ADD3}"/>
              </a:ext>
            </a:extLst>
          </p:cNvPr>
          <p:cNvSpPr/>
          <p:nvPr/>
        </p:nvSpPr>
        <p:spPr>
          <a:xfrm rot="5400000">
            <a:off x="4168330" y="1492667"/>
            <a:ext cx="222570" cy="222570"/>
          </a:xfrm>
          <a:prstGeom prst="ellipse">
            <a:avLst/>
          </a:prstGeom>
          <a:solidFill>
            <a:srgbClr val="92D050"/>
          </a:solidFill>
          <a:ln>
            <a:solidFill>
              <a:srgbClr val="FFC000"/>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60" name="Rectangle 59">
            <a:extLst>
              <a:ext uri="{FF2B5EF4-FFF2-40B4-BE49-F238E27FC236}">
                <a16:creationId xmlns:a16="http://schemas.microsoft.com/office/drawing/2014/main" id="{401EEDBF-3788-42C6-7E5D-B8DD6C0D7CCD}"/>
              </a:ext>
            </a:extLst>
          </p:cNvPr>
          <p:cNvSpPr/>
          <p:nvPr/>
        </p:nvSpPr>
        <p:spPr>
          <a:xfrm rot="18900000">
            <a:off x="6706455" y="1499083"/>
            <a:ext cx="1008112" cy="216024"/>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Right Triangle 60">
            <a:extLst>
              <a:ext uri="{FF2B5EF4-FFF2-40B4-BE49-F238E27FC236}">
                <a16:creationId xmlns:a16="http://schemas.microsoft.com/office/drawing/2014/main" id="{528B425F-3550-22D3-A00E-35CBB113BA0F}"/>
              </a:ext>
            </a:extLst>
          </p:cNvPr>
          <p:cNvSpPr/>
          <p:nvPr/>
        </p:nvSpPr>
        <p:spPr>
          <a:xfrm>
            <a:off x="7210511" y="692695"/>
            <a:ext cx="914400" cy="914400"/>
          </a:xfrm>
          <a:prstGeom prst="rtTriangle">
            <a:avLst/>
          </a:prstGeom>
          <a:solidFill>
            <a:srgbClr val="C0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Diagonal Stripe 61">
            <a:extLst>
              <a:ext uri="{FF2B5EF4-FFF2-40B4-BE49-F238E27FC236}">
                <a16:creationId xmlns:a16="http://schemas.microsoft.com/office/drawing/2014/main" id="{DD078D1F-FE1C-2E5B-C890-BBA635B3FFF4}"/>
              </a:ext>
            </a:extLst>
          </p:cNvPr>
          <p:cNvSpPr/>
          <p:nvPr/>
        </p:nvSpPr>
        <p:spPr>
          <a:xfrm rot="5400000">
            <a:off x="7210511" y="692695"/>
            <a:ext cx="914400" cy="914400"/>
          </a:xfrm>
          <a:prstGeom prst="diagStripe">
            <a:avLst>
              <a:gd name="adj" fmla="val 42233"/>
            </a:avLst>
          </a:prstGeom>
          <a:solidFill>
            <a:srgbClr val="C0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63" name="Oval 62">
            <a:extLst>
              <a:ext uri="{FF2B5EF4-FFF2-40B4-BE49-F238E27FC236}">
                <a16:creationId xmlns:a16="http://schemas.microsoft.com/office/drawing/2014/main" id="{BF6F3D14-1466-D3FD-B66D-EB8F7C02137D}"/>
              </a:ext>
            </a:extLst>
          </p:cNvPr>
          <p:cNvSpPr/>
          <p:nvPr/>
        </p:nvSpPr>
        <p:spPr>
          <a:xfrm>
            <a:off x="6640167" y="1796940"/>
            <a:ext cx="365760" cy="365760"/>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 name="Elipse 167">
            <a:extLst>
              <a:ext uri="{FF2B5EF4-FFF2-40B4-BE49-F238E27FC236}">
                <a16:creationId xmlns:a16="http://schemas.microsoft.com/office/drawing/2014/main" id="{CF9DE8FE-FCE9-60F4-8F7B-89DBDB7DD3B6}"/>
              </a:ext>
            </a:extLst>
          </p:cNvPr>
          <p:cNvSpPr/>
          <p:nvPr/>
        </p:nvSpPr>
        <p:spPr>
          <a:xfrm rot="5400000">
            <a:off x="7887602" y="692694"/>
            <a:ext cx="222570" cy="222570"/>
          </a:xfrm>
          <a:prstGeom prst="ellipse">
            <a:avLst/>
          </a:prstGeom>
          <a:solidFill>
            <a:srgbClr val="92D050"/>
          </a:solidFill>
          <a:ln>
            <a:solidFill>
              <a:srgbClr val="FFC000"/>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67" name="Rectangle 66">
            <a:extLst>
              <a:ext uri="{FF2B5EF4-FFF2-40B4-BE49-F238E27FC236}">
                <a16:creationId xmlns:a16="http://schemas.microsoft.com/office/drawing/2014/main" id="{C3E45C83-65D7-CBCE-74CA-3E73B3801E90}"/>
              </a:ext>
            </a:extLst>
          </p:cNvPr>
          <p:cNvSpPr/>
          <p:nvPr/>
        </p:nvSpPr>
        <p:spPr>
          <a:xfrm rot="13500000">
            <a:off x="7473543" y="4982478"/>
            <a:ext cx="1008112" cy="216024"/>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Right Triangle 67">
            <a:extLst>
              <a:ext uri="{FF2B5EF4-FFF2-40B4-BE49-F238E27FC236}">
                <a16:creationId xmlns:a16="http://schemas.microsoft.com/office/drawing/2014/main" id="{0ED001AF-B43A-BC0A-41FC-8EDF8D183E5A}"/>
              </a:ext>
            </a:extLst>
          </p:cNvPr>
          <p:cNvSpPr/>
          <p:nvPr/>
        </p:nvSpPr>
        <p:spPr>
          <a:xfrm rot="16200000">
            <a:off x="7063199" y="4176090"/>
            <a:ext cx="914400" cy="914400"/>
          </a:xfrm>
          <a:prstGeom prst="rtTriangl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Diagonal Stripe 68">
            <a:extLst>
              <a:ext uri="{FF2B5EF4-FFF2-40B4-BE49-F238E27FC236}">
                <a16:creationId xmlns:a16="http://schemas.microsoft.com/office/drawing/2014/main" id="{06936978-C24B-40A1-059B-651E83939926}"/>
              </a:ext>
            </a:extLst>
          </p:cNvPr>
          <p:cNvSpPr/>
          <p:nvPr/>
        </p:nvSpPr>
        <p:spPr>
          <a:xfrm>
            <a:off x="7063199" y="4176090"/>
            <a:ext cx="914400" cy="914400"/>
          </a:xfrm>
          <a:prstGeom prst="diagStripe">
            <a:avLst>
              <a:gd name="adj" fmla="val 42233"/>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70" name="Oval 69">
            <a:extLst>
              <a:ext uri="{FF2B5EF4-FFF2-40B4-BE49-F238E27FC236}">
                <a16:creationId xmlns:a16="http://schemas.microsoft.com/office/drawing/2014/main" id="{4945DB10-5B2F-BB1F-91AA-77D5659EA8EC}"/>
              </a:ext>
            </a:extLst>
          </p:cNvPr>
          <p:cNvSpPr/>
          <p:nvPr/>
        </p:nvSpPr>
        <p:spPr>
          <a:xfrm rot="16200000">
            <a:off x="8167444" y="5295074"/>
            <a:ext cx="365760" cy="365760"/>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 name="Elipse 167">
            <a:extLst>
              <a:ext uri="{FF2B5EF4-FFF2-40B4-BE49-F238E27FC236}">
                <a16:creationId xmlns:a16="http://schemas.microsoft.com/office/drawing/2014/main" id="{4635FF72-892D-E771-5E4B-DA265D8D3C68}"/>
              </a:ext>
            </a:extLst>
          </p:cNvPr>
          <p:cNvSpPr/>
          <p:nvPr/>
        </p:nvSpPr>
        <p:spPr>
          <a:xfrm rot="5400000">
            <a:off x="7067384" y="4176088"/>
            <a:ext cx="222570" cy="222570"/>
          </a:xfrm>
          <a:prstGeom prst="ellipse">
            <a:avLst/>
          </a:prstGeom>
          <a:solidFill>
            <a:srgbClr val="92D050"/>
          </a:solidFill>
          <a:ln>
            <a:solidFill>
              <a:srgbClr val="FFC000"/>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74" name="Arrow: Right 73">
            <a:extLst>
              <a:ext uri="{FF2B5EF4-FFF2-40B4-BE49-F238E27FC236}">
                <a16:creationId xmlns:a16="http://schemas.microsoft.com/office/drawing/2014/main" id="{5CE9221B-7795-EC27-3F3F-85E6F959B2C8}"/>
              </a:ext>
            </a:extLst>
          </p:cNvPr>
          <p:cNvSpPr/>
          <p:nvPr/>
        </p:nvSpPr>
        <p:spPr>
          <a:xfrm rot="10800000">
            <a:off x="6667777" y="4586434"/>
            <a:ext cx="324036" cy="504056"/>
          </a:xfrm>
          <a:prstGeom prst="rightArrow">
            <a:avLst>
              <a:gd name="adj1" fmla="val 50000"/>
              <a:gd name="adj2" fmla="val 60274"/>
            </a:avLst>
          </a:prstGeom>
          <a:solidFill>
            <a:srgbClr val="C0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75" name="Arrow: Right 74">
            <a:extLst>
              <a:ext uri="{FF2B5EF4-FFF2-40B4-BE49-F238E27FC236}">
                <a16:creationId xmlns:a16="http://schemas.microsoft.com/office/drawing/2014/main" id="{EDD8DE28-2524-71FF-646C-35C7576A0F9A}"/>
              </a:ext>
            </a:extLst>
          </p:cNvPr>
          <p:cNvSpPr/>
          <p:nvPr/>
        </p:nvSpPr>
        <p:spPr>
          <a:xfrm rot="16200000">
            <a:off x="7550737" y="3700583"/>
            <a:ext cx="324036" cy="504056"/>
          </a:xfrm>
          <a:prstGeom prst="rightArrow">
            <a:avLst>
              <a:gd name="adj1" fmla="val 50000"/>
              <a:gd name="adj2" fmla="val 60274"/>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6" name="Retângulo 63">
            <a:extLst>
              <a:ext uri="{FF2B5EF4-FFF2-40B4-BE49-F238E27FC236}">
                <a16:creationId xmlns:a16="http://schemas.microsoft.com/office/drawing/2014/main" id="{F6096E7A-F4B6-480F-DF03-92C34C8EB775}"/>
              </a:ext>
            </a:extLst>
          </p:cNvPr>
          <p:cNvSpPr/>
          <p:nvPr/>
        </p:nvSpPr>
        <p:spPr>
          <a:xfrm>
            <a:off x="715756" y="279743"/>
            <a:ext cx="2011680" cy="2011680"/>
          </a:xfrm>
          <a:prstGeom prst="rect">
            <a:avLst/>
          </a:prstGeom>
          <a:noFill/>
          <a:ln w="3175"/>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77" name="Retângulo 63">
            <a:extLst>
              <a:ext uri="{FF2B5EF4-FFF2-40B4-BE49-F238E27FC236}">
                <a16:creationId xmlns:a16="http://schemas.microsoft.com/office/drawing/2014/main" id="{95813942-502C-0E4A-BDFC-96A11B5AA745}"/>
              </a:ext>
            </a:extLst>
          </p:cNvPr>
          <p:cNvSpPr/>
          <p:nvPr/>
        </p:nvSpPr>
        <p:spPr>
          <a:xfrm>
            <a:off x="3567005" y="296609"/>
            <a:ext cx="2011680" cy="2011680"/>
          </a:xfrm>
          <a:prstGeom prst="rect">
            <a:avLst/>
          </a:prstGeom>
          <a:noFill/>
          <a:ln w="3175"/>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79" name="Retângulo 63">
            <a:extLst>
              <a:ext uri="{FF2B5EF4-FFF2-40B4-BE49-F238E27FC236}">
                <a16:creationId xmlns:a16="http://schemas.microsoft.com/office/drawing/2014/main" id="{25D1031C-2FA1-1276-CA7D-AE1B74A281BA}"/>
              </a:ext>
            </a:extLst>
          </p:cNvPr>
          <p:cNvSpPr/>
          <p:nvPr/>
        </p:nvSpPr>
        <p:spPr>
          <a:xfrm>
            <a:off x="6514558" y="297683"/>
            <a:ext cx="2011680" cy="2011680"/>
          </a:xfrm>
          <a:prstGeom prst="rect">
            <a:avLst/>
          </a:prstGeom>
          <a:noFill/>
          <a:ln w="3175"/>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83" name="Retângulo 63">
            <a:extLst>
              <a:ext uri="{FF2B5EF4-FFF2-40B4-BE49-F238E27FC236}">
                <a16:creationId xmlns:a16="http://schemas.microsoft.com/office/drawing/2014/main" id="{1B313F91-BF38-A5E5-342F-FFFF951AB924}"/>
              </a:ext>
            </a:extLst>
          </p:cNvPr>
          <p:cNvSpPr/>
          <p:nvPr/>
        </p:nvSpPr>
        <p:spPr>
          <a:xfrm>
            <a:off x="605106" y="3717639"/>
            <a:ext cx="2011680" cy="2011680"/>
          </a:xfrm>
          <a:prstGeom prst="rect">
            <a:avLst/>
          </a:prstGeom>
          <a:noFill/>
          <a:ln w="3175"/>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84" name="Retângulo 63">
            <a:extLst>
              <a:ext uri="{FF2B5EF4-FFF2-40B4-BE49-F238E27FC236}">
                <a16:creationId xmlns:a16="http://schemas.microsoft.com/office/drawing/2014/main" id="{889CBDB0-AD62-FBC6-3913-46788D68ECBD}"/>
              </a:ext>
            </a:extLst>
          </p:cNvPr>
          <p:cNvSpPr/>
          <p:nvPr/>
        </p:nvSpPr>
        <p:spPr>
          <a:xfrm>
            <a:off x="3597842" y="3717639"/>
            <a:ext cx="2011680" cy="2011680"/>
          </a:xfrm>
          <a:prstGeom prst="rect">
            <a:avLst/>
          </a:prstGeom>
          <a:noFill/>
          <a:ln w="3175"/>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85" name="Retângulo 63">
            <a:extLst>
              <a:ext uri="{FF2B5EF4-FFF2-40B4-BE49-F238E27FC236}">
                <a16:creationId xmlns:a16="http://schemas.microsoft.com/office/drawing/2014/main" id="{10962B61-E2CB-81FA-392F-A2E5193074B8}"/>
              </a:ext>
            </a:extLst>
          </p:cNvPr>
          <p:cNvSpPr/>
          <p:nvPr/>
        </p:nvSpPr>
        <p:spPr>
          <a:xfrm>
            <a:off x="6610519" y="3717639"/>
            <a:ext cx="2011680" cy="2011680"/>
          </a:xfrm>
          <a:prstGeom prst="rect">
            <a:avLst/>
          </a:prstGeom>
          <a:noFill/>
          <a:ln w="3175"/>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86" name="TextBox 85">
            <a:extLst>
              <a:ext uri="{FF2B5EF4-FFF2-40B4-BE49-F238E27FC236}">
                <a16:creationId xmlns:a16="http://schemas.microsoft.com/office/drawing/2014/main" id="{B7629DFF-0D45-DC09-8155-721A5D33F51E}"/>
              </a:ext>
            </a:extLst>
          </p:cNvPr>
          <p:cNvSpPr txBox="1"/>
          <p:nvPr/>
        </p:nvSpPr>
        <p:spPr>
          <a:xfrm>
            <a:off x="627848" y="2521496"/>
            <a:ext cx="2050754" cy="369332"/>
          </a:xfrm>
          <a:prstGeom prst="rect">
            <a:avLst/>
          </a:prstGeom>
          <a:noFill/>
        </p:spPr>
        <p:txBody>
          <a:bodyPr wrap="none" rtlCol="0">
            <a:spAutoFit/>
          </a:bodyPr>
          <a:lstStyle/>
          <a:p>
            <a:r>
              <a:rPr lang="pt-BR" dirty="0"/>
              <a:t>Supporting pole red</a:t>
            </a:r>
            <a:endParaRPr lang="en-US" dirty="0"/>
          </a:p>
        </p:txBody>
      </p:sp>
      <p:sp>
        <p:nvSpPr>
          <p:cNvPr id="87" name="TextBox 86">
            <a:extLst>
              <a:ext uri="{FF2B5EF4-FFF2-40B4-BE49-F238E27FC236}">
                <a16:creationId xmlns:a16="http://schemas.microsoft.com/office/drawing/2014/main" id="{D7B1CB27-DB5A-8FE2-FE0E-2B9AABBF00B0}"/>
              </a:ext>
            </a:extLst>
          </p:cNvPr>
          <p:cNvSpPr txBox="1"/>
          <p:nvPr/>
        </p:nvSpPr>
        <p:spPr>
          <a:xfrm>
            <a:off x="528740" y="5845877"/>
            <a:ext cx="1970411" cy="369332"/>
          </a:xfrm>
          <a:prstGeom prst="rect">
            <a:avLst/>
          </a:prstGeom>
          <a:noFill/>
        </p:spPr>
        <p:txBody>
          <a:bodyPr wrap="none" rtlCol="0">
            <a:spAutoFit/>
          </a:bodyPr>
          <a:lstStyle/>
          <a:p>
            <a:r>
              <a:rPr lang="pt-BR" dirty="0"/>
              <a:t>Supporting pole 10</a:t>
            </a:r>
            <a:endParaRPr lang="en-US" dirty="0"/>
          </a:p>
        </p:txBody>
      </p:sp>
      <p:sp>
        <p:nvSpPr>
          <p:cNvPr id="88" name="TextBox 87">
            <a:extLst>
              <a:ext uri="{FF2B5EF4-FFF2-40B4-BE49-F238E27FC236}">
                <a16:creationId xmlns:a16="http://schemas.microsoft.com/office/drawing/2014/main" id="{40844F66-CA93-EEBA-457F-D5B148A290CC}"/>
              </a:ext>
            </a:extLst>
          </p:cNvPr>
          <p:cNvSpPr txBox="1"/>
          <p:nvPr/>
        </p:nvSpPr>
        <p:spPr>
          <a:xfrm>
            <a:off x="3789302" y="2461513"/>
            <a:ext cx="1352165" cy="369332"/>
          </a:xfrm>
          <a:prstGeom prst="rect">
            <a:avLst/>
          </a:prstGeom>
          <a:noFill/>
        </p:spPr>
        <p:txBody>
          <a:bodyPr wrap="none" rtlCol="0">
            <a:spAutoFit/>
          </a:bodyPr>
          <a:lstStyle/>
          <a:p>
            <a:r>
              <a:rPr lang="pt-BR" dirty="0"/>
              <a:t>Top pole red</a:t>
            </a:r>
            <a:endParaRPr lang="en-US" dirty="0"/>
          </a:p>
        </p:txBody>
      </p:sp>
      <p:sp>
        <p:nvSpPr>
          <p:cNvPr id="89" name="TextBox 88">
            <a:extLst>
              <a:ext uri="{FF2B5EF4-FFF2-40B4-BE49-F238E27FC236}">
                <a16:creationId xmlns:a16="http://schemas.microsoft.com/office/drawing/2014/main" id="{9A6F4B76-AA9C-E1EA-31A6-96F268773443}"/>
              </a:ext>
            </a:extLst>
          </p:cNvPr>
          <p:cNvSpPr txBox="1"/>
          <p:nvPr/>
        </p:nvSpPr>
        <p:spPr>
          <a:xfrm>
            <a:off x="6772746" y="2459503"/>
            <a:ext cx="1718227" cy="369332"/>
          </a:xfrm>
          <a:prstGeom prst="rect">
            <a:avLst/>
          </a:prstGeom>
          <a:noFill/>
        </p:spPr>
        <p:txBody>
          <a:bodyPr wrap="none" rtlCol="0">
            <a:spAutoFit/>
          </a:bodyPr>
          <a:lstStyle/>
          <a:p>
            <a:r>
              <a:rPr lang="pt-BR" dirty="0"/>
              <a:t>Bottom pole red</a:t>
            </a:r>
            <a:endParaRPr lang="en-US" dirty="0"/>
          </a:p>
        </p:txBody>
      </p:sp>
      <p:sp>
        <p:nvSpPr>
          <p:cNvPr id="90" name="TextBox 89">
            <a:extLst>
              <a:ext uri="{FF2B5EF4-FFF2-40B4-BE49-F238E27FC236}">
                <a16:creationId xmlns:a16="http://schemas.microsoft.com/office/drawing/2014/main" id="{908CA99F-8572-D1FB-BDBE-DBC2EE934D4B}"/>
              </a:ext>
            </a:extLst>
          </p:cNvPr>
          <p:cNvSpPr txBox="1"/>
          <p:nvPr/>
        </p:nvSpPr>
        <p:spPr>
          <a:xfrm>
            <a:off x="6692170" y="5791337"/>
            <a:ext cx="1637884" cy="369332"/>
          </a:xfrm>
          <a:prstGeom prst="rect">
            <a:avLst/>
          </a:prstGeom>
          <a:noFill/>
        </p:spPr>
        <p:txBody>
          <a:bodyPr wrap="none" rtlCol="0">
            <a:spAutoFit/>
          </a:bodyPr>
          <a:lstStyle/>
          <a:p>
            <a:r>
              <a:rPr lang="pt-BR" dirty="0"/>
              <a:t>Bottom pole 10</a:t>
            </a:r>
            <a:endParaRPr lang="en-US" dirty="0"/>
          </a:p>
        </p:txBody>
      </p:sp>
      <p:sp>
        <p:nvSpPr>
          <p:cNvPr id="91" name="TextBox 90">
            <a:extLst>
              <a:ext uri="{FF2B5EF4-FFF2-40B4-BE49-F238E27FC236}">
                <a16:creationId xmlns:a16="http://schemas.microsoft.com/office/drawing/2014/main" id="{370D46FC-6EF6-E616-F3CD-FD0075566F9A}"/>
              </a:ext>
            </a:extLst>
          </p:cNvPr>
          <p:cNvSpPr txBox="1"/>
          <p:nvPr/>
        </p:nvSpPr>
        <p:spPr>
          <a:xfrm>
            <a:off x="3789302" y="5928883"/>
            <a:ext cx="1271823" cy="369332"/>
          </a:xfrm>
          <a:prstGeom prst="rect">
            <a:avLst/>
          </a:prstGeom>
          <a:noFill/>
        </p:spPr>
        <p:txBody>
          <a:bodyPr wrap="none" rtlCol="0">
            <a:spAutoFit/>
          </a:bodyPr>
          <a:lstStyle/>
          <a:p>
            <a:r>
              <a:rPr lang="pt-BR" dirty="0"/>
              <a:t>Top pole 10</a:t>
            </a:r>
            <a:endParaRPr lang="en-US" dirty="0"/>
          </a:p>
        </p:txBody>
      </p:sp>
    </p:spTree>
    <p:extLst>
      <p:ext uri="{BB962C8B-B14F-4D97-AF65-F5344CB8AC3E}">
        <p14:creationId xmlns:p14="http://schemas.microsoft.com/office/powerpoint/2010/main" val="411211968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9B8D0125-F38D-9F8F-68EE-7FC5A79B750C}"/>
              </a:ext>
            </a:extLst>
          </p:cNvPr>
          <p:cNvSpPr/>
          <p:nvPr/>
        </p:nvSpPr>
        <p:spPr>
          <a:xfrm rot="2700000">
            <a:off x="611560" y="961735"/>
            <a:ext cx="1008112" cy="216024"/>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ight Triangle 10">
            <a:extLst>
              <a:ext uri="{FF2B5EF4-FFF2-40B4-BE49-F238E27FC236}">
                <a16:creationId xmlns:a16="http://schemas.microsoft.com/office/drawing/2014/main" id="{E10C9CD8-1CA4-C389-C58D-39E8F1FE09B7}"/>
              </a:ext>
            </a:extLst>
          </p:cNvPr>
          <p:cNvSpPr/>
          <p:nvPr/>
        </p:nvSpPr>
        <p:spPr>
          <a:xfrm rot="5400000">
            <a:off x="1115616" y="1069747"/>
            <a:ext cx="914400" cy="914400"/>
          </a:xfrm>
          <a:prstGeom prst="rtTriangl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Diagonal Stripe 11">
            <a:extLst>
              <a:ext uri="{FF2B5EF4-FFF2-40B4-BE49-F238E27FC236}">
                <a16:creationId xmlns:a16="http://schemas.microsoft.com/office/drawing/2014/main" id="{F4900469-CF18-3660-A650-ED5F62AFAB87}"/>
              </a:ext>
            </a:extLst>
          </p:cNvPr>
          <p:cNvSpPr/>
          <p:nvPr/>
        </p:nvSpPr>
        <p:spPr>
          <a:xfrm rot="10800000">
            <a:off x="1115616" y="1069747"/>
            <a:ext cx="914400" cy="914400"/>
          </a:xfrm>
          <a:prstGeom prst="diagStripe">
            <a:avLst>
              <a:gd name="adj" fmla="val 42233"/>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3" name="Oval 12">
            <a:extLst>
              <a:ext uri="{FF2B5EF4-FFF2-40B4-BE49-F238E27FC236}">
                <a16:creationId xmlns:a16="http://schemas.microsoft.com/office/drawing/2014/main" id="{E388EA0E-68FC-5CFB-7781-97FBB5D87362}"/>
              </a:ext>
            </a:extLst>
          </p:cNvPr>
          <p:cNvSpPr/>
          <p:nvPr/>
        </p:nvSpPr>
        <p:spPr>
          <a:xfrm rot="5400000">
            <a:off x="560011" y="499403"/>
            <a:ext cx="365760" cy="365760"/>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BA66C07A-57DF-F196-69F4-D8D0125DA143}"/>
              </a:ext>
            </a:extLst>
          </p:cNvPr>
          <p:cNvSpPr/>
          <p:nvPr/>
        </p:nvSpPr>
        <p:spPr>
          <a:xfrm rot="8100000">
            <a:off x="1573224" y="4233675"/>
            <a:ext cx="1008112" cy="216024"/>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Triangle 15">
            <a:extLst>
              <a:ext uri="{FF2B5EF4-FFF2-40B4-BE49-F238E27FC236}">
                <a16:creationId xmlns:a16="http://schemas.microsoft.com/office/drawing/2014/main" id="{C9B2A0B9-608C-143A-9541-2B0EC5B270DE}"/>
              </a:ext>
            </a:extLst>
          </p:cNvPr>
          <p:cNvSpPr/>
          <p:nvPr/>
        </p:nvSpPr>
        <p:spPr>
          <a:xfrm rot="10800000">
            <a:off x="1162880" y="4341687"/>
            <a:ext cx="914400" cy="914400"/>
          </a:xfrm>
          <a:prstGeom prst="rtTriangl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Diagonal Stripe 16">
            <a:extLst>
              <a:ext uri="{FF2B5EF4-FFF2-40B4-BE49-F238E27FC236}">
                <a16:creationId xmlns:a16="http://schemas.microsoft.com/office/drawing/2014/main" id="{D5A4E9B5-CB7C-6CD3-F51F-CA4DC42DB6C8}"/>
              </a:ext>
            </a:extLst>
          </p:cNvPr>
          <p:cNvSpPr/>
          <p:nvPr/>
        </p:nvSpPr>
        <p:spPr>
          <a:xfrm rot="16200000">
            <a:off x="1162880" y="4341687"/>
            <a:ext cx="914400" cy="914400"/>
          </a:xfrm>
          <a:prstGeom prst="diagStripe">
            <a:avLst>
              <a:gd name="adj" fmla="val 42233"/>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8" name="Oval 17">
            <a:extLst>
              <a:ext uri="{FF2B5EF4-FFF2-40B4-BE49-F238E27FC236}">
                <a16:creationId xmlns:a16="http://schemas.microsoft.com/office/drawing/2014/main" id="{8810E95D-9C08-0E77-7C04-AE7198A64786}"/>
              </a:ext>
            </a:extLst>
          </p:cNvPr>
          <p:cNvSpPr/>
          <p:nvPr/>
        </p:nvSpPr>
        <p:spPr>
          <a:xfrm rot="10800000">
            <a:off x="2281864" y="3786082"/>
            <a:ext cx="365760" cy="365760"/>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tângulo 63">
            <a:extLst>
              <a:ext uri="{FF2B5EF4-FFF2-40B4-BE49-F238E27FC236}">
                <a16:creationId xmlns:a16="http://schemas.microsoft.com/office/drawing/2014/main" id="{544B4AC4-CAD9-1209-1C9D-7E9D46CA4F82}"/>
              </a:ext>
            </a:extLst>
          </p:cNvPr>
          <p:cNvSpPr/>
          <p:nvPr/>
        </p:nvSpPr>
        <p:spPr>
          <a:xfrm>
            <a:off x="504429" y="444489"/>
            <a:ext cx="2011680" cy="2011680"/>
          </a:xfrm>
          <a:prstGeom prst="rect">
            <a:avLst/>
          </a:prstGeom>
          <a:noFill/>
          <a:ln w="3175"/>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30" name="Elipse 167">
            <a:extLst>
              <a:ext uri="{FF2B5EF4-FFF2-40B4-BE49-F238E27FC236}">
                <a16:creationId xmlns:a16="http://schemas.microsoft.com/office/drawing/2014/main" id="{56B7D87B-F7AD-DB4B-F594-09EA7005AC6C}"/>
              </a:ext>
            </a:extLst>
          </p:cNvPr>
          <p:cNvSpPr/>
          <p:nvPr/>
        </p:nvSpPr>
        <p:spPr>
          <a:xfrm rot="5400000">
            <a:off x="631606" y="572843"/>
            <a:ext cx="222570" cy="222570"/>
          </a:xfrm>
          <a:prstGeom prst="ellipse">
            <a:avLst/>
          </a:prstGeom>
          <a:solidFill>
            <a:srgbClr val="92D050"/>
          </a:solidFill>
          <a:ln>
            <a:solidFill>
              <a:srgbClr val="FFC000"/>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31" name="Elipse 167">
            <a:extLst>
              <a:ext uri="{FF2B5EF4-FFF2-40B4-BE49-F238E27FC236}">
                <a16:creationId xmlns:a16="http://schemas.microsoft.com/office/drawing/2014/main" id="{DA5CBB2C-4B10-1529-A7D2-52594CF0E798}"/>
              </a:ext>
            </a:extLst>
          </p:cNvPr>
          <p:cNvSpPr/>
          <p:nvPr/>
        </p:nvSpPr>
        <p:spPr>
          <a:xfrm rot="5400000">
            <a:off x="2353459" y="3859524"/>
            <a:ext cx="222570" cy="222570"/>
          </a:xfrm>
          <a:prstGeom prst="ellipse">
            <a:avLst/>
          </a:prstGeom>
          <a:solidFill>
            <a:srgbClr val="92D050"/>
          </a:solidFill>
          <a:ln>
            <a:solidFill>
              <a:srgbClr val="FFC000"/>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37" name="Arrow: Right 36">
            <a:extLst>
              <a:ext uri="{FF2B5EF4-FFF2-40B4-BE49-F238E27FC236}">
                <a16:creationId xmlns:a16="http://schemas.microsoft.com/office/drawing/2014/main" id="{CBDB2651-B700-0526-1173-CAF2158DCBB9}"/>
              </a:ext>
            </a:extLst>
          </p:cNvPr>
          <p:cNvSpPr/>
          <p:nvPr/>
        </p:nvSpPr>
        <p:spPr>
          <a:xfrm rot="5400000">
            <a:off x="1205625" y="1948518"/>
            <a:ext cx="324036" cy="504056"/>
          </a:xfrm>
          <a:prstGeom prst="rightArrow">
            <a:avLst>
              <a:gd name="adj1" fmla="val 50000"/>
              <a:gd name="adj2" fmla="val 60274"/>
            </a:avLst>
          </a:prstGeom>
          <a:solidFill>
            <a:srgbClr val="C0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38" name="Arrow: Right 37">
            <a:extLst>
              <a:ext uri="{FF2B5EF4-FFF2-40B4-BE49-F238E27FC236}">
                <a16:creationId xmlns:a16="http://schemas.microsoft.com/office/drawing/2014/main" id="{3B5EB9BE-F051-45D5-3063-E9C2652A1854}"/>
              </a:ext>
            </a:extLst>
          </p:cNvPr>
          <p:cNvSpPr/>
          <p:nvPr/>
        </p:nvSpPr>
        <p:spPr>
          <a:xfrm>
            <a:off x="2108989" y="1069746"/>
            <a:ext cx="324036" cy="504056"/>
          </a:xfrm>
          <a:prstGeom prst="rightArrow">
            <a:avLst>
              <a:gd name="adj1" fmla="val 50000"/>
              <a:gd name="adj2" fmla="val 60274"/>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6497C73C-7A55-38AA-0FEB-E3481A06CF5A}"/>
              </a:ext>
            </a:extLst>
          </p:cNvPr>
          <p:cNvSpPr/>
          <p:nvPr/>
        </p:nvSpPr>
        <p:spPr>
          <a:xfrm rot="2700000">
            <a:off x="3727941" y="961736"/>
            <a:ext cx="1008112" cy="216024"/>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Right Triangle 50">
            <a:extLst>
              <a:ext uri="{FF2B5EF4-FFF2-40B4-BE49-F238E27FC236}">
                <a16:creationId xmlns:a16="http://schemas.microsoft.com/office/drawing/2014/main" id="{C410DD65-F5D7-D93C-67BC-2B978C225A85}"/>
              </a:ext>
            </a:extLst>
          </p:cNvPr>
          <p:cNvSpPr/>
          <p:nvPr/>
        </p:nvSpPr>
        <p:spPr>
          <a:xfrm rot="5400000">
            <a:off x="4231997" y="1069748"/>
            <a:ext cx="914400" cy="914400"/>
          </a:xfrm>
          <a:prstGeom prst="rtTriangl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Diagonal Stripe 51">
            <a:extLst>
              <a:ext uri="{FF2B5EF4-FFF2-40B4-BE49-F238E27FC236}">
                <a16:creationId xmlns:a16="http://schemas.microsoft.com/office/drawing/2014/main" id="{37B6AE88-2DD9-0B6C-1DB0-F9D23FBAD46A}"/>
              </a:ext>
            </a:extLst>
          </p:cNvPr>
          <p:cNvSpPr/>
          <p:nvPr/>
        </p:nvSpPr>
        <p:spPr>
          <a:xfrm rot="10800000">
            <a:off x="4231997" y="1069748"/>
            <a:ext cx="914400" cy="914400"/>
          </a:xfrm>
          <a:prstGeom prst="diagStripe">
            <a:avLst>
              <a:gd name="adj" fmla="val 42233"/>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53" name="Oval 52">
            <a:extLst>
              <a:ext uri="{FF2B5EF4-FFF2-40B4-BE49-F238E27FC236}">
                <a16:creationId xmlns:a16="http://schemas.microsoft.com/office/drawing/2014/main" id="{E575A409-E4B5-897A-B4F2-D21D045E76B8}"/>
              </a:ext>
            </a:extLst>
          </p:cNvPr>
          <p:cNvSpPr/>
          <p:nvPr/>
        </p:nvSpPr>
        <p:spPr>
          <a:xfrm rot="5400000">
            <a:off x="3676392" y="499404"/>
            <a:ext cx="365760" cy="365760"/>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Elipse 167">
            <a:extLst>
              <a:ext uri="{FF2B5EF4-FFF2-40B4-BE49-F238E27FC236}">
                <a16:creationId xmlns:a16="http://schemas.microsoft.com/office/drawing/2014/main" id="{21D0ADF5-7384-E18A-74C1-907FE4955E3C}"/>
              </a:ext>
            </a:extLst>
          </p:cNvPr>
          <p:cNvSpPr/>
          <p:nvPr/>
        </p:nvSpPr>
        <p:spPr>
          <a:xfrm rot="5400000">
            <a:off x="4135451" y="958462"/>
            <a:ext cx="222570" cy="222570"/>
          </a:xfrm>
          <a:prstGeom prst="ellipse">
            <a:avLst/>
          </a:prstGeom>
          <a:solidFill>
            <a:srgbClr val="92D050"/>
          </a:solidFill>
          <a:ln>
            <a:solidFill>
              <a:srgbClr val="FFC000"/>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57" name="Arrow: Right 56">
            <a:extLst>
              <a:ext uri="{FF2B5EF4-FFF2-40B4-BE49-F238E27FC236}">
                <a16:creationId xmlns:a16="http://schemas.microsoft.com/office/drawing/2014/main" id="{69A9C9E2-9F93-051B-FA4A-5917F34FA0BB}"/>
              </a:ext>
            </a:extLst>
          </p:cNvPr>
          <p:cNvSpPr/>
          <p:nvPr/>
        </p:nvSpPr>
        <p:spPr>
          <a:xfrm rot="5400000">
            <a:off x="4322006" y="1948519"/>
            <a:ext cx="324036" cy="504056"/>
          </a:xfrm>
          <a:prstGeom prst="rightArrow">
            <a:avLst>
              <a:gd name="adj1" fmla="val 50000"/>
              <a:gd name="adj2" fmla="val 60274"/>
            </a:avLst>
          </a:prstGeom>
          <a:solidFill>
            <a:srgbClr val="C0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58" name="Arrow: Right 57">
            <a:extLst>
              <a:ext uri="{FF2B5EF4-FFF2-40B4-BE49-F238E27FC236}">
                <a16:creationId xmlns:a16="http://schemas.microsoft.com/office/drawing/2014/main" id="{20091C4F-6D64-B93E-3601-3D49E6189E52}"/>
              </a:ext>
            </a:extLst>
          </p:cNvPr>
          <p:cNvSpPr/>
          <p:nvPr/>
        </p:nvSpPr>
        <p:spPr>
          <a:xfrm>
            <a:off x="5225370" y="1069747"/>
            <a:ext cx="324036" cy="504056"/>
          </a:xfrm>
          <a:prstGeom prst="rightArrow">
            <a:avLst>
              <a:gd name="adj1" fmla="val 50000"/>
              <a:gd name="adj2" fmla="val 60274"/>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Rectangle 58">
            <a:extLst>
              <a:ext uri="{FF2B5EF4-FFF2-40B4-BE49-F238E27FC236}">
                <a16:creationId xmlns:a16="http://schemas.microsoft.com/office/drawing/2014/main" id="{FB58AE58-6FB8-D0EA-3941-91501E4CFF55}"/>
              </a:ext>
            </a:extLst>
          </p:cNvPr>
          <p:cNvSpPr/>
          <p:nvPr/>
        </p:nvSpPr>
        <p:spPr>
          <a:xfrm rot="2700000">
            <a:off x="6450095" y="965055"/>
            <a:ext cx="1008112" cy="216024"/>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Right Triangle 59">
            <a:extLst>
              <a:ext uri="{FF2B5EF4-FFF2-40B4-BE49-F238E27FC236}">
                <a16:creationId xmlns:a16="http://schemas.microsoft.com/office/drawing/2014/main" id="{F451AC14-EC3C-7DC0-A08F-F323BAD78771}"/>
              </a:ext>
            </a:extLst>
          </p:cNvPr>
          <p:cNvSpPr/>
          <p:nvPr/>
        </p:nvSpPr>
        <p:spPr>
          <a:xfrm rot="5400000">
            <a:off x="6954151" y="1073067"/>
            <a:ext cx="914400" cy="914400"/>
          </a:xfrm>
          <a:prstGeom prst="rtTriangl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Diagonal Stripe 60">
            <a:extLst>
              <a:ext uri="{FF2B5EF4-FFF2-40B4-BE49-F238E27FC236}">
                <a16:creationId xmlns:a16="http://schemas.microsoft.com/office/drawing/2014/main" id="{855FD5D7-04BF-5882-DF84-929DF4969798}"/>
              </a:ext>
            </a:extLst>
          </p:cNvPr>
          <p:cNvSpPr/>
          <p:nvPr/>
        </p:nvSpPr>
        <p:spPr>
          <a:xfrm rot="10800000">
            <a:off x="6954151" y="1073067"/>
            <a:ext cx="914400" cy="914400"/>
          </a:xfrm>
          <a:prstGeom prst="diagStripe">
            <a:avLst>
              <a:gd name="adj" fmla="val 42233"/>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62" name="Oval 61">
            <a:extLst>
              <a:ext uri="{FF2B5EF4-FFF2-40B4-BE49-F238E27FC236}">
                <a16:creationId xmlns:a16="http://schemas.microsoft.com/office/drawing/2014/main" id="{255F745A-65DC-296C-3CED-C077558D5668}"/>
              </a:ext>
            </a:extLst>
          </p:cNvPr>
          <p:cNvSpPr/>
          <p:nvPr/>
        </p:nvSpPr>
        <p:spPr>
          <a:xfrm rot="5400000">
            <a:off x="6398546" y="502723"/>
            <a:ext cx="365760" cy="365760"/>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Elipse 167">
            <a:extLst>
              <a:ext uri="{FF2B5EF4-FFF2-40B4-BE49-F238E27FC236}">
                <a16:creationId xmlns:a16="http://schemas.microsoft.com/office/drawing/2014/main" id="{FAC06FD7-46BD-AD32-BFBD-A47A6CBC377C}"/>
              </a:ext>
            </a:extLst>
          </p:cNvPr>
          <p:cNvSpPr/>
          <p:nvPr/>
        </p:nvSpPr>
        <p:spPr>
          <a:xfrm rot="5400000">
            <a:off x="7652073" y="1765171"/>
            <a:ext cx="222570" cy="222570"/>
          </a:xfrm>
          <a:prstGeom prst="ellipse">
            <a:avLst/>
          </a:prstGeom>
          <a:solidFill>
            <a:srgbClr val="92D050"/>
          </a:solidFill>
          <a:ln>
            <a:solidFill>
              <a:srgbClr val="FFC000"/>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66" name="Arrow: Right 65">
            <a:extLst>
              <a:ext uri="{FF2B5EF4-FFF2-40B4-BE49-F238E27FC236}">
                <a16:creationId xmlns:a16="http://schemas.microsoft.com/office/drawing/2014/main" id="{6988F238-47AE-FC4F-EADE-88742879DFB8}"/>
              </a:ext>
            </a:extLst>
          </p:cNvPr>
          <p:cNvSpPr/>
          <p:nvPr/>
        </p:nvSpPr>
        <p:spPr>
          <a:xfrm rot="5400000">
            <a:off x="7044160" y="1951838"/>
            <a:ext cx="324036" cy="504056"/>
          </a:xfrm>
          <a:prstGeom prst="rightArrow">
            <a:avLst>
              <a:gd name="adj1" fmla="val 50000"/>
              <a:gd name="adj2" fmla="val 60274"/>
            </a:avLst>
          </a:prstGeom>
          <a:solidFill>
            <a:srgbClr val="C0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67" name="Arrow: Right 66">
            <a:extLst>
              <a:ext uri="{FF2B5EF4-FFF2-40B4-BE49-F238E27FC236}">
                <a16:creationId xmlns:a16="http://schemas.microsoft.com/office/drawing/2014/main" id="{2DF8D442-02C9-93DA-8EA6-E9F459017FF8}"/>
              </a:ext>
            </a:extLst>
          </p:cNvPr>
          <p:cNvSpPr/>
          <p:nvPr/>
        </p:nvSpPr>
        <p:spPr>
          <a:xfrm>
            <a:off x="7947524" y="1073066"/>
            <a:ext cx="324036" cy="504056"/>
          </a:xfrm>
          <a:prstGeom prst="rightArrow">
            <a:avLst>
              <a:gd name="adj1" fmla="val 50000"/>
              <a:gd name="adj2" fmla="val 60274"/>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Rectangle 67">
            <a:extLst>
              <a:ext uri="{FF2B5EF4-FFF2-40B4-BE49-F238E27FC236}">
                <a16:creationId xmlns:a16="http://schemas.microsoft.com/office/drawing/2014/main" id="{0119E043-4198-E669-C672-BFDD5E9208F3}"/>
              </a:ext>
            </a:extLst>
          </p:cNvPr>
          <p:cNvSpPr/>
          <p:nvPr/>
        </p:nvSpPr>
        <p:spPr>
          <a:xfrm rot="8100000">
            <a:off x="4452496" y="4290665"/>
            <a:ext cx="1008112" cy="216024"/>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Right Triangle 68">
            <a:extLst>
              <a:ext uri="{FF2B5EF4-FFF2-40B4-BE49-F238E27FC236}">
                <a16:creationId xmlns:a16="http://schemas.microsoft.com/office/drawing/2014/main" id="{49842D43-2309-F319-31DF-7301AAAE189C}"/>
              </a:ext>
            </a:extLst>
          </p:cNvPr>
          <p:cNvSpPr/>
          <p:nvPr/>
        </p:nvSpPr>
        <p:spPr>
          <a:xfrm rot="10800000">
            <a:off x="4042152" y="4398677"/>
            <a:ext cx="914400" cy="914400"/>
          </a:xfrm>
          <a:prstGeom prst="rtTriangl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Diagonal Stripe 69">
            <a:extLst>
              <a:ext uri="{FF2B5EF4-FFF2-40B4-BE49-F238E27FC236}">
                <a16:creationId xmlns:a16="http://schemas.microsoft.com/office/drawing/2014/main" id="{6F1CB4D5-6823-AA02-3839-25050A154724}"/>
              </a:ext>
            </a:extLst>
          </p:cNvPr>
          <p:cNvSpPr/>
          <p:nvPr/>
        </p:nvSpPr>
        <p:spPr>
          <a:xfrm rot="16200000">
            <a:off x="4042152" y="4398677"/>
            <a:ext cx="914400" cy="914400"/>
          </a:xfrm>
          <a:prstGeom prst="diagStripe">
            <a:avLst>
              <a:gd name="adj" fmla="val 42233"/>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71" name="Oval 70">
            <a:extLst>
              <a:ext uri="{FF2B5EF4-FFF2-40B4-BE49-F238E27FC236}">
                <a16:creationId xmlns:a16="http://schemas.microsoft.com/office/drawing/2014/main" id="{C9DBB0D0-C379-B7D0-1D00-5CC8272833FB}"/>
              </a:ext>
            </a:extLst>
          </p:cNvPr>
          <p:cNvSpPr/>
          <p:nvPr/>
        </p:nvSpPr>
        <p:spPr>
          <a:xfrm rot="10800000">
            <a:off x="5161136" y="3843072"/>
            <a:ext cx="365760" cy="365760"/>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 name="Elipse 167">
            <a:extLst>
              <a:ext uri="{FF2B5EF4-FFF2-40B4-BE49-F238E27FC236}">
                <a16:creationId xmlns:a16="http://schemas.microsoft.com/office/drawing/2014/main" id="{8FE0697F-BAFD-5908-4815-295EF199FF84}"/>
              </a:ext>
            </a:extLst>
          </p:cNvPr>
          <p:cNvSpPr/>
          <p:nvPr/>
        </p:nvSpPr>
        <p:spPr>
          <a:xfrm rot="5400000">
            <a:off x="4839096" y="4302132"/>
            <a:ext cx="222570" cy="222570"/>
          </a:xfrm>
          <a:prstGeom prst="ellipse">
            <a:avLst/>
          </a:prstGeom>
          <a:solidFill>
            <a:srgbClr val="92D050"/>
          </a:solidFill>
          <a:ln>
            <a:solidFill>
              <a:srgbClr val="FFC000"/>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75" name="Rectangle 74">
            <a:extLst>
              <a:ext uri="{FF2B5EF4-FFF2-40B4-BE49-F238E27FC236}">
                <a16:creationId xmlns:a16="http://schemas.microsoft.com/office/drawing/2014/main" id="{BF71C1A7-21C4-1036-2041-BEA7D12D5BDE}"/>
              </a:ext>
            </a:extLst>
          </p:cNvPr>
          <p:cNvSpPr/>
          <p:nvPr/>
        </p:nvSpPr>
        <p:spPr>
          <a:xfrm rot="8100000">
            <a:off x="7272481" y="4205613"/>
            <a:ext cx="1008112" cy="216024"/>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6" name="Right Triangle 75">
            <a:extLst>
              <a:ext uri="{FF2B5EF4-FFF2-40B4-BE49-F238E27FC236}">
                <a16:creationId xmlns:a16="http://schemas.microsoft.com/office/drawing/2014/main" id="{93548CAE-62BB-352D-D1FA-437D47A40924}"/>
              </a:ext>
            </a:extLst>
          </p:cNvPr>
          <p:cNvSpPr/>
          <p:nvPr/>
        </p:nvSpPr>
        <p:spPr>
          <a:xfrm rot="10800000">
            <a:off x="6862137" y="4313625"/>
            <a:ext cx="914400" cy="914400"/>
          </a:xfrm>
          <a:prstGeom prst="rtTriangl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 name="Diagonal Stripe 76">
            <a:extLst>
              <a:ext uri="{FF2B5EF4-FFF2-40B4-BE49-F238E27FC236}">
                <a16:creationId xmlns:a16="http://schemas.microsoft.com/office/drawing/2014/main" id="{596A76FA-B996-7D58-E33C-80656DAAC77D}"/>
              </a:ext>
            </a:extLst>
          </p:cNvPr>
          <p:cNvSpPr/>
          <p:nvPr/>
        </p:nvSpPr>
        <p:spPr>
          <a:xfrm rot="16200000">
            <a:off x="6862137" y="4313625"/>
            <a:ext cx="914400" cy="914400"/>
          </a:xfrm>
          <a:prstGeom prst="diagStripe">
            <a:avLst>
              <a:gd name="adj" fmla="val 42233"/>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78" name="Oval 77">
            <a:extLst>
              <a:ext uri="{FF2B5EF4-FFF2-40B4-BE49-F238E27FC236}">
                <a16:creationId xmlns:a16="http://schemas.microsoft.com/office/drawing/2014/main" id="{48707A3E-19E3-FDF9-0998-D14BEAB9A113}"/>
              </a:ext>
            </a:extLst>
          </p:cNvPr>
          <p:cNvSpPr/>
          <p:nvPr/>
        </p:nvSpPr>
        <p:spPr>
          <a:xfrm rot="10800000">
            <a:off x="7981121" y="3758020"/>
            <a:ext cx="365760" cy="365760"/>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 name="Elipse 167">
            <a:extLst>
              <a:ext uri="{FF2B5EF4-FFF2-40B4-BE49-F238E27FC236}">
                <a16:creationId xmlns:a16="http://schemas.microsoft.com/office/drawing/2014/main" id="{E1D01FDA-288B-A419-C3EA-D70014B4D589}"/>
              </a:ext>
            </a:extLst>
          </p:cNvPr>
          <p:cNvSpPr/>
          <p:nvPr/>
        </p:nvSpPr>
        <p:spPr>
          <a:xfrm rot="5400000">
            <a:off x="6862137" y="5005455"/>
            <a:ext cx="222570" cy="222570"/>
          </a:xfrm>
          <a:prstGeom prst="ellipse">
            <a:avLst/>
          </a:prstGeom>
          <a:solidFill>
            <a:srgbClr val="92D050"/>
          </a:solidFill>
          <a:ln>
            <a:solidFill>
              <a:srgbClr val="FFC000"/>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91" name="Retângulo 63">
            <a:extLst>
              <a:ext uri="{FF2B5EF4-FFF2-40B4-BE49-F238E27FC236}">
                <a16:creationId xmlns:a16="http://schemas.microsoft.com/office/drawing/2014/main" id="{D96454CD-4FD9-9C39-BE8E-C2567C2A605C}"/>
              </a:ext>
            </a:extLst>
          </p:cNvPr>
          <p:cNvSpPr/>
          <p:nvPr/>
        </p:nvSpPr>
        <p:spPr>
          <a:xfrm>
            <a:off x="3609778" y="440037"/>
            <a:ext cx="2011680" cy="2011680"/>
          </a:xfrm>
          <a:prstGeom prst="rect">
            <a:avLst/>
          </a:prstGeom>
          <a:noFill/>
          <a:ln w="3175"/>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92" name="Retângulo 63">
            <a:extLst>
              <a:ext uri="{FF2B5EF4-FFF2-40B4-BE49-F238E27FC236}">
                <a16:creationId xmlns:a16="http://schemas.microsoft.com/office/drawing/2014/main" id="{2A2001D1-1B45-002A-DF58-7FB1393BDED4}"/>
              </a:ext>
            </a:extLst>
          </p:cNvPr>
          <p:cNvSpPr/>
          <p:nvPr/>
        </p:nvSpPr>
        <p:spPr>
          <a:xfrm>
            <a:off x="6331593" y="434294"/>
            <a:ext cx="2011680" cy="2011680"/>
          </a:xfrm>
          <a:prstGeom prst="rect">
            <a:avLst/>
          </a:prstGeom>
          <a:noFill/>
          <a:ln w="3175"/>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93" name="Retângulo 63">
            <a:extLst>
              <a:ext uri="{FF2B5EF4-FFF2-40B4-BE49-F238E27FC236}">
                <a16:creationId xmlns:a16="http://schemas.microsoft.com/office/drawing/2014/main" id="{C84B6ECA-3376-A084-4113-B4CEED86CF6F}"/>
              </a:ext>
            </a:extLst>
          </p:cNvPr>
          <p:cNvSpPr/>
          <p:nvPr/>
        </p:nvSpPr>
        <p:spPr>
          <a:xfrm>
            <a:off x="3736365" y="3567092"/>
            <a:ext cx="2011680" cy="2011680"/>
          </a:xfrm>
          <a:prstGeom prst="rect">
            <a:avLst/>
          </a:prstGeom>
          <a:noFill/>
          <a:ln w="3175"/>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94" name="Retângulo 63">
            <a:extLst>
              <a:ext uri="{FF2B5EF4-FFF2-40B4-BE49-F238E27FC236}">
                <a16:creationId xmlns:a16="http://schemas.microsoft.com/office/drawing/2014/main" id="{4C38665E-EE3C-FFC4-A20F-DFADACD90888}"/>
              </a:ext>
            </a:extLst>
          </p:cNvPr>
          <p:cNvSpPr/>
          <p:nvPr/>
        </p:nvSpPr>
        <p:spPr>
          <a:xfrm>
            <a:off x="6518080" y="3567092"/>
            <a:ext cx="2011680" cy="2011680"/>
          </a:xfrm>
          <a:prstGeom prst="rect">
            <a:avLst/>
          </a:prstGeom>
          <a:noFill/>
          <a:ln w="3175"/>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95" name="Retângulo 63">
            <a:extLst>
              <a:ext uri="{FF2B5EF4-FFF2-40B4-BE49-F238E27FC236}">
                <a16:creationId xmlns:a16="http://schemas.microsoft.com/office/drawing/2014/main" id="{D80F367A-EE05-8BC4-2152-3E782E0B094E}"/>
              </a:ext>
            </a:extLst>
          </p:cNvPr>
          <p:cNvSpPr/>
          <p:nvPr/>
        </p:nvSpPr>
        <p:spPr>
          <a:xfrm>
            <a:off x="866857" y="3567092"/>
            <a:ext cx="2011680" cy="2011680"/>
          </a:xfrm>
          <a:prstGeom prst="rect">
            <a:avLst/>
          </a:prstGeom>
          <a:noFill/>
          <a:ln w="3175"/>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96" name="TextBox 95">
            <a:extLst>
              <a:ext uri="{FF2B5EF4-FFF2-40B4-BE49-F238E27FC236}">
                <a16:creationId xmlns:a16="http://schemas.microsoft.com/office/drawing/2014/main" id="{2AA84E58-95B3-4E5B-E028-3B264DEB0A20}"/>
              </a:ext>
            </a:extLst>
          </p:cNvPr>
          <p:cNvSpPr txBox="1"/>
          <p:nvPr/>
        </p:nvSpPr>
        <p:spPr>
          <a:xfrm>
            <a:off x="647516" y="2681782"/>
            <a:ext cx="1970411" cy="369332"/>
          </a:xfrm>
          <a:prstGeom prst="rect">
            <a:avLst/>
          </a:prstGeom>
          <a:noFill/>
        </p:spPr>
        <p:txBody>
          <a:bodyPr wrap="none" rtlCol="0">
            <a:spAutoFit/>
          </a:bodyPr>
          <a:lstStyle/>
          <a:p>
            <a:r>
              <a:rPr lang="pt-BR" dirty="0"/>
              <a:t>Supporting pole 01</a:t>
            </a:r>
            <a:endParaRPr lang="en-US" dirty="0"/>
          </a:p>
        </p:txBody>
      </p:sp>
      <p:sp>
        <p:nvSpPr>
          <p:cNvPr id="97" name="TextBox 96">
            <a:extLst>
              <a:ext uri="{FF2B5EF4-FFF2-40B4-BE49-F238E27FC236}">
                <a16:creationId xmlns:a16="http://schemas.microsoft.com/office/drawing/2014/main" id="{D5C2AECB-E08C-C0E2-76EB-9A9C3CE456A3}"/>
              </a:ext>
            </a:extLst>
          </p:cNvPr>
          <p:cNvSpPr txBox="1"/>
          <p:nvPr/>
        </p:nvSpPr>
        <p:spPr>
          <a:xfrm>
            <a:off x="6375572" y="3010353"/>
            <a:ext cx="1634678" cy="369332"/>
          </a:xfrm>
          <a:prstGeom prst="rect">
            <a:avLst/>
          </a:prstGeom>
          <a:noFill/>
        </p:spPr>
        <p:txBody>
          <a:bodyPr wrap="none" rtlCol="0">
            <a:spAutoFit/>
          </a:bodyPr>
          <a:lstStyle/>
          <a:p>
            <a:r>
              <a:rPr lang="pt-BR" dirty="0"/>
              <a:t>bottom pole 01</a:t>
            </a:r>
            <a:endParaRPr lang="en-US" dirty="0"/>
          </a:p>
        </p:txBody>
      </p:sp>
      <p:sp>
        <p:nvSpPr>
          <p:cNvPr id="98" name="TextBox 97">
            <a:extLst>
              <a:ext uri="{FF2B5EF4-FFF2-40B4-BE49-F238E27FC236}">
                <a16:creationId xmlns:a16="http://schemas.microsoft.com/office/drawing/2014/main" id="{BD6C7940-3825-EA0D-DBB0-E11BD4CCA269}"/>
              </a:ext>
            </a:extLst>
          </p:cNvPr>
          <p:cNvSpPr txBox="1"/>
          <p:nvPr/>
        </p:nvSpPr>
        <p:spPr>
          <a:xfrm>
            <a:off x="3808970" y="2621799"/>
            <a:ext cx="1271823" cy="369332"/>
          </a:xfrm>
          <a:prstGeom prst="rect">
            <a:avLst/>
          </a:prstGeom>
          <a:noFill/>
        </p:spPr>
        <p:txBody>
          <a:bodyPr wrap="none" rtlCol="0">
            <a:spAutoFit/>
          </a:bodyPr>
          <a:lstStyle/>
          <a:p>
            <a:r>
              <a:rPr lang="pt-BR" dirty="0"/>
              <a:t>Top pole 01</a:t>
            </a:r>
            <a:endParaRPr lang="en-US" dirty="0"/>
          </a:p>
        </p:txBody>
      </p:sp>
      <p:sp>
        <p:nvSpPr>
          <p:cNvPr id="99" name="TextBox 98">
            <a:extLst>
              <a:ext uri="{FF2B5EF4-FFF2-40B4-BE49-F238E27FC236}">
                <a16:creationId xmlns:a16="http://schemas.microsoft.com/office/drawing/2014/main" id="{8335D958-E953-99A0-7A67-CA372A8F1FD4}"/>
              </a:ext>
            </a:extLst>
          </p:cNvPr>
          <p:cNvSpPr txBox="1"/>
          <p:nvPr/>
        </p:nvSpPr>
        <p:spPr>
          <a:xfrm>
            <a:off x="614240" y="5846016"/>
            <a:ext cx="2132315" cy="369332"/>
          </a:xfrm>
          <a:prstGeom prst="rect">
            <a:avLst/>
          </a:prstGeom>
          <a:noFill/>
        </p:spPr>
        <p:txBody>
          <a:bodyPr wrap="none" rtlCol="0">
            <a:spAutoFit/>
          </a:bodyPr>
          <a:lstStyle/>
          <a:p>
            <a:r>
              <a:rPr lang="pt-BR" dirty="0"/>
              <a:t>supporting pole blue</a:t>
            </a:r>
            <a:endParaRPr lang="en-US" dirty="0"/>
          </a:p>
        </p:txBody>
      </p:sp>
      <p:sp>
        <p:nvSpPr>
          <p:cNvPr id="100" name="TextBox 99">
            <a:extLst>
              <a:ext uri="{FF2B5EF4-FFF2-40B4-BE49-F238E27FC236}">
                <a16:creationId xmlns:a16="http://schemas.microsoft.com/office/drawing/2014/main" id="{97325758-4EDD-EB4F-AC2D-2691763A93C9}"/>
              </a:ext>
            </a:extLst>
          </p:cNvPr>
          <p:cNvSpPr txBox="1"/>
          <p:nvPr/>
        </p:nvSpPr>
        <p:spPr>
          <a:xfrm>
            <a:off x="6712084" y="5763573"/>
            <a:ext cx="1815818" cy="369332"/>
          </a:xfrm>
          <a:prstGeom prst="rect">
            <a:avLst/>
          </a:prstGeom>
          <a:noFill/>
        </p:spPr>
        <p:txBody>
          <a:bodyPr wrap="none" rtlCol="0">
            <a:spAutoFit/>
          </a:bodyPr>
          <a:lstStyle/>
          <a:p>
            <a:r>
              <a:rPr lang="pt-BR" dirty="0"/>
              <a:t>Bottom pole blue</a:t>
            </a:r>
            <a:endParaRPr lang="en-US" dirty="0"/>
          </a:p>
        </p:txBody>
      </p:sp>
      <p:sp>
        <p:nvSpPr>
          <p:cNvPr id="101" name="TextBox 100">
            <a:extLst>
              <a:ext uri="{FF2B5EF4-FFF2-40B4-BE49-F238E27FC236}">
                <a16:creationId xmlns:a16="http://schemas.microsoft.com/office/drawing/2014/main" id="{0B787D10-E786-7AA0-8B51-C9470847E04A}"/>
              </a:ext>
            </a:extLst>
          </p:cNvPr>
          <p:cNvSpPr txBox="1"/>
          <p:nvPr/>
        </p:nvSpPr>
        <p:spPr>
          <a:xfrm>
            <a:off x="3808970" y="6089169"/>
            <a:ext cx="1449756" cy="369332"/>
          </a:xfrm>
          <a:prstGeom prst="rect">
            <a:avLst/>
          </a:prstGeom>
          <a:noFill/>
        </p:spPr>
        <p:txBody>
          <a:bodyPr wrap="none" rtlCol="0">
            <a:spAutoFit/>
          </a:bodyPr>
          <a:lstStyle/>
          <a:p>
            <a:r>
              <a:rPr lang="pt-BR" dirty="0"/>
              <a:t>Top pole blue</a:t>
            </a:r>
            <a:endParaRPr lang="en-US" dirty="0"/>
          </a:p>
        </p:txBody>
      </p:sp>
    </p:spTree>
    <p:extLst>
      <p:ext uri="{BB962C8B-B14F-4D97-AF65-F5344CB8AC3E}">
        <p14:creationId xmlns:p14="http://schemas.microsoft.com/office/powerpoint/2010/main" val="230712401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0FF00"/>
        </a:solidFill>
        <a:effectLst/>
      </p:bgPr>
    </p:bg>
    <p:spTree>
      <p:nvGrpSpPr>
        <p:cNvPr id="1" name=""/>
        <p:cNvGrpSpPr/>
        <p:nvPr/>
      </p:nvGrpSpPr>
      <p:grpSpPr>
        <a:xfrm>
          <a:off x="0" y="0"/>
          <a:ext cx="0" cy="0"/>
          <a:chOff x="0" y="0"/>
          <a:chExt cx="0" cy="0"/>
        </a:xfrm>
      </p:grpSpPr>
      <p:sp>
        <p:nvSpPr>
          <p:cNvPr id="2" name="Retângulo 1"/>
          <p:cNvSpPr/>
          <p:nvPr/>
        </p:nvSpPr>
        <p:spPr>
          <a:xfrm>
            <a:off x="737404" y="768663"/>
            <a:ext cx="7651020" cy="5569384"/>
          </a:xfrm>
          <a:prstGeom prst="rect">
            <a:avLst/>
          </a:prstGeom>
          <a:solidFill>
            <a:schemeClr val="tx1"/>
          </a:solidFill>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pic>
        <p:nvPicPr>
          <p:cNvPr id="18" name="Picture 17" descr="A picture containing text, crowd&#10;&#10;Description automatically generated">
            <a:extLst>
              <a:ext uri="{FF2B5EF4-FFF2-40B4-BE49-F238E27FC236}">
                <a16:creationId xmlns:a16="http://schemas.microsoft.com/office/drawing/2014/main" id="{51424F96-00A3-4D44-AB7E-61B1897052E3}"/>
              </a:ext>
            </a:extLst>
          </p:cNvPr>
          <p:cNvPicPr>
            <a:picLocks noChangeAspect="1"/>
          </p:cNvPicPr>
          <p:nvPr/>
        </p:nvPicPr>
        <p:blipFill rotWithShape="1">
          <a:blip r:embed="rId2">
            <a:alphaModFix amt="70000"/>
            <a:extLst>
              <a:ext uri="{28A0092B-C50C-407E-A947-70E740481C1C}">
                <a14:useLocalDpi xmlns:a14="http://schemas.microsoft.com/office/drawing/2010/main" val="0"/>
              </a:ext>
            </a:extLst>
          </a:blip>
          <a:srcRect l="11267" r="11090"/>
          <a:stretch/>
        </p:blipFill>
        <p:spPr>
          <a:xfrm>
            <a:off x="731520" y="768663"/>
            <a:ext cx="7651020" cy="5569384"/>
          </a:xfrm>
          <a:prstGeom prst="rect">
            <a:avLst/>
          </a:prstGeom>
        </p:spPr>
      </p:pic>
      <p:pic>
        <p:nvPicPr>
          <p:cNvPr id="7" name="Picture 6">
            <a:extLst>
              <a:ext uri="{FF2B5EF4-FFF2-40B4-BE49-F238E27FC236}">
                <a16:creationId xmlns:a16="http://schemas.microsoft.com/office/drawing/2014/main" id="{9007FC07-B082-FBAD-38F8-1E1DD90C7D4C}"/>
              </a:ext>
            </a:extLst>
          </p:cNvPr>
          <p:cNvPicPr>
            <a:picLocks noChangeAspect="1"/>
          </p:cNvPicPr>
          <p:nvPr/>
        </p:nvPicPr>
        <p:blipFill rotWithShape="1">
          <a:blip r:embed="rId3"/>
          <a:srcRect t="12645" b="11937"/>
          <a:stretch/>
        </p:blipFill>
        <p:spPr>
          <a:xfrm>
            <a:off x="646139" y="822960"/>
            <a:ext cx="7680724" cy="3611880"/>
          </a:xfrm>
          <a:prstGeom prst="rect">
            <a:avLst/>
          </a:prstGeom>
        </p:spPr>
      </p:pic>
      <p:sp>
        <p:nvSpPr>
          <p:cNvPr id="20" name="Rectangle 19">
            <a:extLst>
              <a:ext uri="{FF2B5EF4-FFF2-40B4-BE49-F238E27FC236}">
                <a16:creationId xmlns:a16="http://schemas.microsoft.com/office/drawing/2014/main" id="{A67F2CB0-B876-6E8D-E231-BC25AC8F2A01}"/>
              </a:ext>
            </a:extLst>
          </p:cNvPr>
          <p:cNvSpPr/>
          <p:nvPr/>
        </p:nvSpPr>
        <p:spPr>
          <a:xfrm>
            <a:off x="735938" y="4437112"/>
            <a:ext cx="7651019" cy="1900933"/>
          </a:xfrm>
          <a:prstGeom prst="rect">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CaixaDeTexto 41"/>
          <p:cNvSpPr txBox="1"/>
          <p:nvPr/>
        </p:nvSpPr>
        <p:spPr>
          <a:xfrm>
            <a:off x="0" y="0"/>
            <a:ext cx="1471878" cy="253916"/>
          </a:xfrm>
          <a:prstGeom prst="rect">
            <a:avLst/>
          </a:prstGeom>
          <a:noFill/>
        </p:spPr>
        <p:txBody>
          <a:bodyPr wrap="none" rtlCol="0">
            <a:spAutoFit/>
          </a:bodyPr>
          <a:lstStyle/>
          <a:p>
            <a:r>
              <a:rPr lang="en-US" sz="1050" dirty="0">
                <a:latin typeface="Aharoni" panose="02010803020104030203" pitchFamily="2" charset="-79"/>
                <a:cs typeface="Aharoni" panose="02010803020104030203" pitchFamily="2" charset="-79"/>
              </a:rPr>
              <a:t>APPLICATION LOGO</a:t>
            </a:r>
          </a:p>
        </p:txBody>
      </p:sp>
      <p:sp>
        <p:nvSpPr>
          <p:cNvPr id="5" name="CaixaDeTexto 4"/>
          <p:cNvSpPr txBox="1"/>
          <p:nvPr/>
        </p:nvSpPr>
        <p:spPr>
          <a:xfrm>
            <a:off x="753600" y="4470209"/>
            <a:ext cx="7651020" cy="984885"/>
          </a:xfrm>
          <a:prstGeom prst="rect">
            <a:avLst/>
          </a:prstGeom>
          <a:noFill/>
          <a:ln>
            <a:noFill/>
          </a:ln>
        </p:spPr>
        <p:style>
          <a:lnRef idx="2">
            <a:schemeClr val="dk1"/>
          </a:lnRef>
          <a:fillRef idx="1">
            <a:schemeClr val="lt1"/>
          </a:fillRef>
          <a:effectRef idx="0">
            <a:schemeClr val="dk1"/>
          </a:effectRef>
          <a:fontRef idx="minor">
            <a:schemeClr val="dk1"/>
          </a:fontRef>
        </p:style>
        <p:txBody>
          <a:bodyPr wrap="square" tIns="0" bIns="0" rtlCol="0" anchor="ctr">
            <a:spAutoFit/>
          </a:bodyPr>
          <a:lstStyle/>
          <a:p>
            <a:pPr algn="ctr"/>
            <a:r>
              <a:rPr lang="pt-BR" sz="6400" b="1" dirty="0">
                <a:solidFill>
                  <a:schemeClr val="bg1"/>
                </a:solidFill>
                <a:latin typeface="Blue Highway D Type" panose="00000400000000000000" pitchFamily="2" charset="0"/>
                <a:ea typeface="Verdana" panose="020B0604030504040204" pitchFamily="34" charset="0"/>
                <a:cs typeface="Times New Roman" panose="02020603050405020304" pitchFamily="18" charset="0"/>
              </a:rPr>
              <a:t>BOXING Calibrator 1.0</a:t>
            </a:r>
            <a:endParaRPr lang="en-US" sz="6400" b="1" dirty="0">
              <a:solidFill>
                <a:schemeClr val="bg1"/>
              </a:solidFill>
              <a:latin typeface="Blue Highway D Type" panose="00000400000000000000" pitchFamily="2" charset="0"/>
              <a:ea typeface="Verdana" panose="020B0604030504040204" pitchFamily="34" charset="0"/>
              <a:cs typeface="Times New Roman" panose="02020603050405020304" pitchFamily="18" charset="0"/>
            </a:endParaRPr>
          </a:p>
        </p:txBody>
      </p:sp>
      <p:sp>
        <p:nvSpPr>
          <p:cNvPr id="6" name="Retângulo 5"/>
          <p:cNvSpPr/>
          <p:nvPr/>
        </p:nvSpPr>
        <p:spPr>
          <a:xfrm>
            <a:off x="1374115" y="5382370"/>
            <a:ext cx="6395769" cy="276999"/>
          </a:xfrm>
          <a:prstGeom prst="rect">
            <a:avLst/>
          </a:prstGeom>
          <a:noFill/>
          <a:ln>
            <a:noFill/>
          </a:ln>
        </p:spPr>
        <p:style>
          <a:lnRef idx="2">
            <a:schemeClr val="dk1"/>
          </a:lnRef>
          <a:fillRef idx="1">
            <a:schemeClr val="lt1"/>
          </a:fillRef>
          <a:effectRef idx="0">
            <a:schemeClr val="dk1"/>
          </a:effectRef>
          <a:fontRef idx="minor">
            <a:schemeClr val="dk1"/>
          </a:fontRef>
        </p:style>
        <p:txBody>
          <a:bodyPr wrap="square" lIns="54000">
            <a:spAutoFit/>
          </a:bodyPr>
          <a:lstStyle/>
          <a:p>
            <a:pPr algn="ctr"/>
            <a:r>
              <a:rPr lang="en-US" sz="1200" dirty="0">
                <a:solidFill>
                  <a:schemeClr val="bg1"/>
                </a:solidFill>
                <a:latin typeface="Verdana" panose="020B0604030504040204" pitchFamily="34" charset="0"/>
                <a:ea typeface="Verdana" panose="020B0604030504040204" pitchFamily="34" charset="0"/>
                <a:cs typeface="Verdana" panose="020B0604030504040204" pitchFamily="34" charset="0"/>
              </a:rPr>
              <a:t>Carlos A. Dietrich</a:t>
            </a:r>
          </a:p>
        </p:txBody>
      </p:sp>
      <p:sp>
        <p:nvSpPr>
          <p:cNvPr id="49" name="Retângulo 48"/>
          <p:cNvSpPr/>
          <p:nvPr/>
        </p:nvSpPr>
        <p:spPr>
          <a:xfrm>
            <a:off x="768413" y="5838572"/>
            <a:ext cx="7621080" cy="461665"/>
          </a:xfrm>
          <a:prstGeom prst="rect">
            <a:avLst/>
          </a:prstGeom>
          <a:noFill/>
          <a:ln>
            <a:noFill/>
          </a:ln>
        </p:spPr>
        <p:style>
          <a:lnRef idx="2">
            <a:schemeClr val="dk1"/>
          </a:lnRef>
          <a:fillRef idx="1">
            <a:schemeClr val="lt1"/>
          </a:fillRef>
          <a:effectRef idx="0">
            <a:schemeClr val="dk1"/>
          </a:effectRef>
          <a:fontRef idx="minor">
            <a:schemeClr val="dk1"/>
          </a:fontRef>
        </p:style>
        <p:txBody>
          <a:bodyPr wrap="square" lIns="54000" anchor="b">
            <a:spAutoFit/>
          </a:bodyPr>
          <a:lstStyle/>
          <a:p>
            <a:pPr algn="ctr"/>
            <a:r>
              <a:rPr lang="en-US" sz="800" dirty="0">
                <a:solidFill>
                  <a:schemeClr val="bg1"/>
                </a:solidFill>
                <a:latin typeface="Verdana" panose="020B0604030504040204" pitchFamily="34" charset="0"/>
                <a:ea typeface="Verdana" panose="020B0604030504040204" pitchFamily="34" charset="0"/>
                <a:cs typeface="Verdana" panose="020B0604030504040204" pitchFamily="34" charset="0"/>
              </a:rPr>
              <a:t>This app is supplied "AS IS".  The Contributing Authors disclaim all warranties, expressed or implied, including, without limitation, the warranties of merchantability and of fitness for any purpose. The Contributing Authors assume no liability for direct, indirect, incidental, special, exemplary, or consequential damages, which may result from the use of this app, even if advised of the possibility of such damage.</a:t>
            </a:r>
          </a:p>
        </p:txBody>
      </p:sp>
      <p:cxnSp>
        <p:nvCxnSpPr>
          <p:cNvPr id="11" name="Conector reto 10"/>
          <p:cNvCxnSpPr>
            <a:cxnSpLocks/>
          </p:cNvCxnSpPr>
          <p:nvPr/>
        </p:nvCxnSpPr>
        <p:spPr>
          <a:xfrm>
            <a:off x="731520" y="4437112"/>
            <a:ext cx="7651020" cy="0"/>
          </a:xfrm>
          <a:prstGeom prst="line">
            <a:avLst/>
          </a:prstGeom>
          <a:ln w="19050">
            <a:solidFill>
              <a:schemeClr val="bg1"/>
            </a:solidFill>
          </a:ln>
        </p:spPr>
        <p:style>
          <a:lnRef idx="1">
            <a:schemeClr val="accent1"/>
          </a:lnRef>
          <a:fillRef idx="0">
            <a:schemeClr val="accent1"/>
          </a:fillRef>
          <a:effectRef idx="0">
            <a:schemeClr val="accent1"/>
          </a:effectRef>
          <a:fontRef idx="minor">
            <a:schemeClr val="tx1"/>
          </a:fontRef>
        </p:style>
      </p:cxnSp>
      <p:sp>
        <p:nvSpPr>
          <p:cNvPr id="3" name="Rectangle 2">
            <a:extLst>
              <a:ext uri="{FF2B5EF4-FFF2-40B4-BE49-F238E27FC236}">
                <a16:creationId xmlns:a16="http://schemas.microsoft.com/office/drawing/2014/main" id="{18E38931-ED73-6A06-BFE6-5064AD245B9F}"/>
              </a:ext>
            </a:extLst>
          </p:cNvPr>
          <p:cNvSpPr/>
          <p:nvPr/>
        </p:nvSpPr>
        <p:spPr>
          <a:xfrm>
            <a:off x="731520" y="768661"/>
            <a:ext cx="7651020" cy="5569383"/>
          </a:xfrm>
          <a:prstGeom prst="rect">
            <a:avLst/>
          </a:prstGeom>
          <a:no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Picture 8">
            <a:extLst>
              <a:ext uri="{FF2B5EF4-FFF2-40B4-BE49-F238E27FC236}">
                <a16:creationId xmlns:a16="http://schemas.microsoft.com/office/drawing/2014/main" id="{8CA1B132-8E96-D961-05EC-FF899B8E5B8B}"/>
              </a:ext>
            </a:extLst>
          </p:cNvPr>
          <p:cNvPicPr>
            <a:picLocks noChangeAspect="1"/>
          </p:cNvPicPr>
          <p:nvPr/>
        </p:nvPicPr>
        <p:blipFill>
          <a:blip r:embed="rId4"/>
          <a:stretch>
            <a:fillRect/>
          </a:stretch>
        </p:blipFill>
        <p:spPr>
          <a:xfrm>
            <a:off x="877357" y="908654"/>
            <a:ext cx="962201" cy="1008239"/>
          </a:xfrm>
          <a:prstGeom prst="rect">
            <a:avLst/>
          </a:prstGeom>
        </p:spPr>
      </p:pic>
      <p:sp>
        <p:nvSpPr>
          <p:cNvPr id="43" name="Oval 42">
            <a:extLst>
              <a:ext uri="{FF2B5EF4-FFF2-40B4-BE49-F238E27FC236}">
                <a16:creationId xmlns:a16="http://schemas.microsoft.com/office/drawing/2014/main" id="{00988C56-D69E-6C25-3541-DDD5BE254D50}"/>
              </a:ext>
            </a:extLst>
          </p:cNvPr>
          <p:cNvSpPr/>
          <p:nvPr/>
        </p:nvSpPr>
        <p:spPr>
          <a:xfrm>
            <a:off x="7348697" y="981719"/>
            <a:ext cx="842374" cy="842374"/>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1" name="Picture 40">
            <a:extLst>
              <a:ext uri="{FF2B5EF4-FFF2-40B4-BE49-F238E27FC236}">
                <a16:creationId xmlns:a16="http://schemas.microsoft.com/office/drawing/2014/main" id="{27B45199-18CF-19ED-C112-2B4B53C5FA52}"/>
              </a:ext>
            </a:extLst>
          </p:cNvPr>
          <p:cNvPicPr>
            <a:picLocks noChangeAspect="1"/>
          </p:cNvPicPr>
          <p:nvPr/>
        </p:nvPicPr>
        <p:blipFill>
          <a:blip r:embed="rId5"/>
          <a:stretch>
            <a:fillRect/>
          </a:stretch>
        </p:blipFill>
        <p:spPr>
          <a:xfrm>
            <a:off x="7341511" y="973081"/>
            <a:ext cx="856745" cy="859649"/>
          </a:xfrm>
          <a:prstGeom prst="rect">
            <a:avLst/>
          </a:prstGeom>
        </p:spPr>
      </p:pic>
    </p:spTree>
    <p:extLst>
      <p:ext uri="{BB962C8B-B14F-4D97-AF65-F5344CB8AC3E}">
        <p14:creationId xmlns:p14="http://schemas.microsoft.com/office/powerpoint/2010/main" val="366558255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ADD74886-1E1E-A677-D057-030ED1056FC5}"/>
              </a:ext>
            </a:extLst>
          </p:cNvPr>
          <p:cNvSpPr/>
          <p:nvPr/>
        </p:nvSpPr>
        <p:spPr>
          <a:xfrm>
            <a:off x="-2" y="1340767"/>
            <a:ext cx="9144001" cy="4248473"/>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descr="A picture containing text, crowd&#10;&#10;Description automatically generated">
            <a:extLst>
              <a:ext uri="{FF2B5EF4-FFF2-40B4-BE49-F238E27FC236}">
                <a16:creationId xmlns:a16="http://schemas.microsoft.com/office/drawing/2014/main" id="{D91D8058-83C9-FAE3-1147-2BE933834659}"/>
              </a:ext>
            </a:extLst>
          </p:cNvPr>
          <p:cNvPicPr>
            <a:picLocks noChangeAspect="1"/>
          </p:cNvPicPr>
          <p:nvPr/>
        </p:nvPicPr>
        <p:blipFill rotWithShape="1">
          <a:blip r:embed="rId2">
            <a:alphaModFix amt="40000"/>
            <a:extLst>
              <a:ext uri="{28A0092B-C50C-407E-A947-70E740481C1C}">
                <a14:useLocalDpi xmlns:a14="http://schemas.microsoft.com/office/drawing/2010/main" val="0"/>
              </a:ext>
            </a:extLst>
          </a:blip>
          <a:srcRect t="1064" b="17223"/>
          <a:stretch/>
        </p:blipFill>
        <p:spPr>
          <a:xfrm>
            <a:off x="-1" y="1340768"/>
            <a:ext cx="9144000" cy="4248472"/>
          </a:xfrm>
          <a:prstGeom prst="rect">
            <a:avLst/>
          </a:prstGeom>
        </p:spPr>
      </p:pic>
      <p:sp>
        <p:nvSpPr>
          <p:cNvPr id="2" name="CaixaDeTexto 1"/>
          <p:cNvSpPr txBox="1"/>
          <p:nvPr/>
        </p:nvSpPr>
        <p:spPr>
          <a:xfrm>
            <a:off x="2412594" y="3244333"/>
            <a:ext cx="4318811" cy="646331"/>
          </a:xfrm>
          <a:prstGeom prst="rect">
            <a:avLst/>
          </a:prstGeom>
          <a:noFill/>
        </p:spPr>
        <p:txBody>
          <a:bodyPr wrap="none" rtlCol="0">
            <a:spAutoFit/>
          </a:bodyPr>
          <a:lstStyle/>
          <a:p>
            <a:pPr algn="ctr"/>
            <a:r>
              <a:rPr lang="en-US" dirty="0">
                <a:solidFill>
                  <a:schemeClr val="bg1"/>
                </a:solidFill>
                <a:latin typeface="Aharoni" panose="02010803020104030203" pitchFamily="2" charset="-79"/>
                <a:cs typeface="Aharoni" panose="02010803020104030203" pitchFamily="2" charset="-79"/>
              </a:rPr>
              <a:t>WELCOME TO THE CALIBRATION TOOL</a:t>
            </a:r>
          </a:p>
          <a:p>
            <a:pPr algn="ctr"/>
            <a:r>
              <a:rPr lang="en-US" dirty="0">
                <a:solidFill>
                  <a:schemeClr val="bg1"/>
                </a:solidFill>
                <a:latin typeface="Aharoni" panose="02010803020104030203" pitchFamily="2" charset="-79"/>
                <a:cs typeface="Aharoni" panose="02010803020104030203" pitchFamily="2" charset="-79"/>
              </a:rPr>
              <a:t>(this tool is a work in progress)</a:t>
            </a:r>
          </a:p>
        </p:txBody>
      </p:sp>
      <p:sp>
        <p:nvSpPr>
          <p:cNvPr id="6" name="Retângulo 5"/>
          <p:cNvSpPr/>
          <p:nvPr/>
        </p:nvSpPr>
        <p:spPr>
          <a:xfrm>
            <a:off x="-108519" y="-1"/>
            <a:ext cx="9361040" cy="1340769"/>
          </a:xfrm>
          <a:prstGeom prst="rect">
            <a:avLst/>
          </a:prstGeom>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2" name="Retângulo 11"/>
          <p:cNvSpPr/>
          <p:nvPr/>
        </p:nvSpPr>
        <p:spPr>
          <a:xfrm>
            <a:off x="-107944" y="5589241"/>
            <a:ext cx="9361040" cy="1368152"/>
          </a:xfrm>
          <a:prstGeom prst="rect">
            <a:avLst/>
          </a:prstGeom>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3" name="Retângulo 12"/>
          <p:cNvSpPr/>
          <p:nvPr/>
        </p:nvSpPr>
        <p:spPr>
          <a:xfrm>
            <a:off x="1513" y="0"/>
            <a:ext cx="2719014" cy="523220"/>
          </a:xfrm>
          <a:prstGeom prst="rect">
            <a:avLst/>
          </a:prstGeom>
        </p:spPr>
        <p:txBody>
          <a:bodyPr wrap="none">
            <a:spAutoFit/>
          </a:bodyPr>
          <a:lstStyle/>
          <a:p>
            <a:pPr lvl="0"/>
            <a:r>
              <a:rPr lang="en-US" sz="2800" dirty="0">
                <a:solidFill>
                  <a:prstClr val="black"/>
                </a:solidFill>
                <a:latin typeface="Aharoni" panose="02010803020104030203" pitchFamily="2" charset="-79"/>
                <a:cs typeface="Aharoni" panose="02010803020104030203" pitchFamily="2" charset="-79"/>
              </a:rPr>
              <a:t>BACKGROUND</a:t>
            </a:r>
          </a:p>
        </p:txBody>
      </p:sp>
    </p:spTree>
    <p:extLst>
      <p:ext uri="{BB962C8B-B14F-4D97-AF65-F5344CB8AC3E}">
        <p14:creationId xmlns:p14="http://schemas.microsoft.com/office/powerpoint/2010/main" val="184647497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4" name="Picture 13">
            <a:extLst>
              <a:ext uri="{FF2B5EF4-FFF2-40B4-BE49-F238E27FC236}">
                <a16:creationId xmlns:a16="http://schemas.microsoft.com/office/drawing/2014/main" id="{F50A6CB6-E253-6C2F-F397-912E3825D535}"/>
              </a:ext>
            </a:extLst>
          </p:cNvPr>
          <p:cNvPicPr>
            <a:picLocks noChangeAspect="1"/>
          </p:cNvPicPr>
          <p:nvPr/>
        </p:nvPicPr>
        <p:blipFill>
          <a:blip r:embed="rId2"/>
          <a:stretch>
            <a:fillRect/>
          </a:stretch>
        </p:blipFill>
        <p:spPr>
          <a:xfrm>
            <a:off x="498661" y="1221090"/>
            <a:ext cx="8164684" cy="4380013"/>
          </a:xfrm>
          <a:prstGeom prst="rect">
            <a:avLst/>
          </a:prstGeom>
        </p:spPr>
      </p:pic>
      <p:sp>
        <p:nvSpPr>
          <p:cNvPr id="3" name="Retângulo 2"/>
          <p:cNvSpPr/>
          <p:nvPr/>
        </p:nvSpPr>
        <p:spPr>
          <a:xfrm>
            <a:off x="1801416" y="1938757"/>
            <a:ext cx="2338535" cy="629416"/>
          </a:xfrm>
          <a:prstGeom prst="rect">
            <a:avLst/>
          </a:prstGeom>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2"/>
          </a:lnRef>
          <a:fillRef idx="1">
            <a:schemeClr val="lt1"/>
          </a:fillRef>
          <a:effectRef idx="0">
            <a:schemeClr val="accent2"/>
          </a:effectRef>
          <a:fontRef idx="minor">
            <a:schemeClr val="dk1"/>
          </a:fontRef>
        </p:style>
        <p:txBody>
          <a:bodyPr rtlCol="0" anchor="ctr"/>
          <a:lstStyle/>
          <a:p>
            <a:pPr algn="ctr"/>
            <a:r>
              <a:rPr lang="pt-BR" sz="1200" b="1" dirty="0">
                <a:solidFill>
                  <a:srgbClr val="C00000"/>
                </a:solidFill>
                <a:latin typeface="Cabin" panose="020B0803050202020004" pitchFamily="34" charset="0"/>
              </a:rPr>
              <a:t>The available calibration markers. The dot in the icon indicates the target position of the marker.</a:t>
            </a:r>
            <a:endParaRPr lang="en-US" sz="1200" b="1" dirty="0">
              <a:solidFill>
                <a:srgbClr val="C00000"/>
              </a:solidFill>
              <a:latin typeface="Cabin" panose="020B0803050202020004" pitchFamily="34" charset="0"/>
            </a:endParaRPr>
          </a:p>
        </p:txBody>
      </p:sp>
      <p:sp>
        <p:nvSpPr>
          <p:cNvPr id="4" name="Fluxograma: Mesclar 3"/>
          <p:cNvSpPr/>
          <p:nvPr/>
        </p:nvSpPr>
        <p:spPr>
          <a:xfrm rot="5400000">
            <a:off x="1402067" y="2199459"/>
            <a:ext cx="504056" cy="108012"/>
          </a:xfrm>
          <a:prstGeom prst="flowChartMerge">
            <a:avLst/>
          </a:prstGeom>
          <a:solidFill>
            <a:srgbClr val="C00000"/>
          </a:solidFill>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tângulo 4"/>
          <p:cNvSpPr/>
          <p:nvPr/>
        </p:nvSpPr>
        <p:spPr>
          <a:xfrm>
            <a:off x="527057" y="3588147"/>
            <a:ext cx="1931105" cy="992982"/>
          </a:xfrm>
          <a:prstGeom prst="rect">
            <a:avLst/>
          </a:prstGeom>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2"/>
          </a:lnRef>
          <a:fillRef idx="1">
            <a:schemeClr val="lt1"/>
          </a:fillRef>
          <a:effectRef idx="0">
            <a:schemeClr val="accent2"/>
          </a:effectRef>
          <a:fontRef idx="minor">
            <a:schemeClr val="dk1"/>
          </a:fontRef>
        </p:style>
        <p:txBody>
          <a:bodyPr rtlCol="0" anchor="ctr"/>
          <a:lstStyle/>
          <a:p>
            <a:pPr algn="ctr"/>
            <a:r>
              <a:rPr lang="en-US" sz="1200" b="1" dirty="0">
                <a:solidFill>
                  <a:srgbClr val="C00000"/>
                </a:solidFill>
                <a:latin typeface="Cabin" panose="020B0803050202020004" pitchFamily="34" charset="0"/>
              </a:rPr>
              <a:t>The two calibration modes, one to align the layout to the scene (“initialization”), one to refine the alignment (“refinement”)</a:t>
            </a:r>
          </a:p>
        </p:txBody>
      </p:sp>
      <p:sp>
        <p:nvSpPr>
          <p:cNvPr id="6" name="Fluxograma: Mesclar 5"/>
          <p:cNvSpPr/>
          <p:nvPr/>
        </p:nvSpPr>
        <p:spPr>
          <a:xfrm rot="10800000">
            <a:off x="1240582" y="3418191"/>
            <a:ext cx="504056" cy="108012"/>
          </a:xfrm>
          <a:prstGeom prst="flowChartMerge">
            <a:avLst/>
          </a:prstGeom>
          <a:solidFill>
            <a:srgbClr val="C00000"/>
          </a:solidFill>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tângulo 9"/>
          <p:cNvSpPr/>
          <p:nvPr/>
        </p:nvSpPr>
        <p:spPr>
          <a:xfrm>
            <a:off x="1799692" y="2684581"/>
            <a:ext cx="2501832" cy="711880"/>
          </a:xfrm>
          <a:prstGeom prst="rect">
            <a:avLst/>
          </a:prstGeom>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2"/>
          </a:lnRef>
          <a:fillRef idx="1">
            <a:schemeClr val="lt1"/>
          </a:fillRef>
          <a:effectRef idx="0">
            <a:schemeClr val="accent2"/>
          </a:effectRef>
          <a:fontRef idx="minor">
            <a:schemeClr val="dk1"/>
          </a:fontRef>
        </p:style>
        <p:txBody>
          <a:bodyPr rtlCol="0" anchor="ctr"/>
          <a:lstStyle/>
          <a:p>
            <a:pPr algn="ctr"/>
            <a:r>
              <a:rPr lang="pt-BR" sz="1200" b="1" dirty="0">
                <a:solidFill>
                  <a:srgbClr val="C00000"/>
                </a:solidFill>
                <a:latin typeface="Cabin" panose="020B0803050202020004" pitchFamily="34" charset="0"/>
              </a:rPr>
              <a:t>The trigger of the calibration improvement. Click as many times as you want, and every time a marker position is changed</a:t>
            </a:r>
            <a:endParaRPr lang="en-US" sz="1200" b="1" dirty="0">
              <a:solidFill>
                <a:schemeClr val="tx2">
                  <a:lumMod val="60000"/>
                  <a:lumOff val="40000"/>
                </a:schemeClr>
              </a:solidFill>
              <a:latin typeface="Cabin" panose="020B0803050202020004" pitchFamily="34" charset="0"/>
            </a:endParaRPr>
          </a:p>
        </p:txBody>
      </p:sp>
      <p:sp>
        <p:nvSpPr>
          <p:cNvPr id="11" name="Fluxograma: Mesclar 10"/>
          <p:cNvSpPr/>
          <p:nvPr/>
        </p:nvSpPr>
        <p:spPr>
          <a:xfrm rot="5400000">
            <a:off x="1421650" y="2986515"/>
            <a:ext cx="504056" cy="108012"/>
          </a:xfrm>
          <a:prstGeom prst="flowChartMerge">
            <a:avLst/>
          </a:prstGeom>
          <a:solidFill>
            <a:srgbClr val="C00000"/>
          </a:solidFill>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tângulo 11"/>
          <p:cNvSpPr/>
          <p:nvPr/>
        </p:nvSpPr>
        <p:spPr>
          <a:xfrm>
            <a:off x="3622756" y="4259012"/>
            <a:ext cx="3063083" cy="779040"/>
          </a:xfrm>
          <a:prstGeom prst="rect">
            <a:avLst/>
          </a:prstGeom>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2"/>
          </a:lnRef>
          <a:fillRef idx="1">
            <a:schemeClr val="lt1"/>
          </a:fillRef>
          <a:effectRef idx="0">
            <a:schemeClr val="accent2"/>
          </a:effectRef>
          <a:fontRef idx="minor">
            <a:schemeClr val="dk1"/>
          </a:fontRef>
        </p:style>
        <p:txBody>
          <a:bodyPr rtlCol="0" anchor="ctr"/>
          <a:lstStyle/>
          <a:p>
            <a:pPr algn="ctr"/>
            <a:r>
              <a:rPr lang="pt-BR" sz="1200" b="1" dirty="0">
                <a:solidFill>
                  <a:srgbClr val="C00000"/>
                </a:solidFill>
                <a:latin typeface="Cabin" panose="020B0803050202020004" pitchFamily="34" charset="0"/>
              </a:rPr>
              <a:t>The octagon layout, which should be aligned to the scene (especially the inner octagon), and with the main logo oriented in the same way as the actual logo in the arena.</a:t>
            </a:r>
            <a:endParaRPr lang="en-US" sz="1200" b="1" dirty="0">
              <a:solidFill>
                <a:schemeClr val="tx2">
                  <a:lumMod val="60000"/>
                  <a:lumOff val="40000"/>
                </a:schemeClr>
              </a:solidFill>
              <a:latin typeface="Cabin" panose="020B0803050202020004" pitchFamily="34" charset="0"/>
            </a:endParaRPr>
          </a:p>
        </p:txBody>
      </p:sp>
      <p:sp>
        <p:nvSpPr>
          <p:cNvPr id="13" name="Fluxograma: Mesclar 12"/>
          <p:cNvSpPr/>
          <p:nvPr/>
        </p:nvSpPr>
        <p:spPr>
          <a:xfrm rot="5400000">
            <a:off x="3214441" y="4594526"/>
            <a:ext cx="504056" cy="108012"/>
          </a:xfrm>
          <a:prstGeom prst="flowChartMerge">
            <a:avLst/>
          </a:prstGeom>
          <a:solidFill>
            <a:srgbClr val="C00000"/>
          </a:solidFill>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tângulo de cantos arredondados 17"/>
          <p:cNvSpPr/>
          <p:nvPr/>
        </p:nvSpPr>
        <p:spPr>
          <a:xfrm>
            <a:off x="2636349" y="5805264"/>
            <a:ext cx="3840602" cy="261610"/>
          </a:xfrm>
          <a:prstGeom prst="roundRect">
            <a:avLst/>
          </a:prstGeom>
          <a:solidFill>
            <a:srgbClr val="FFFF00"/>
          </a:solidFill>
          <a:ln w="3175">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US" sz="1200" dirty="0">
                <a:solidFill>
                  <a:prstClr val="black"/>
                </a:solidFill>
                <a:latin typeface="Cabin" panose="020B0803050202020004" pitchFamily="34" charset="0"/>
              </a:rPr>
              <a:t>(you can close this window by clicking on top of it)</a:t>
            </a:r>
          </a:p>
        </p:txBody>
      </p:sp>
      <p:sp>
        <p:nvSpPr>
          <p:cNvPr id="16" name="Retângulo de cantos arredondados 15"/>
          <p:cNvSpPr/>
          <p:nvPr/>
        </p:nvSpPr>
        <p:spPr>
          <a:xfrm>
            <a:off x="3188498" y="548680"/>
            <a:ext cx="2736304" cy="369332"/>
          </a:xfrm>
          <a:prstGeom prst="roundRect">
            <a:avLst/>
          </a:prstGeom>
          <a:solidFill>
            <a:srgbClr val="FFFF00"/>
          </a:solidFill>
          <a:ln w="3175">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US" b="1" dirty="0">
                <a:solidFill>
                  <a:prstClr val="black"/>
                </a:solidFill>
                <a:latin typeface="Cabin" panose="020B0803050202020004" pitchFamily="34" charset="0"/>
              </a:rPr>
              <a:t>UFC Calibrator cheat sheet</a:t>
            </a:r>
          </a:p>
        </p:txBody>
      </p:sp>
      <p:sp>
        <p:nvSpPr>
          <p:cNvPr id="2" name="Retângulo 2">
            <a:extLst>
              <a:ext uri="{FF2B5EF4-FFF2-40B4-BE49-F238E27FC236}">
                <a16:creationId xmlns:a16="http://schemas.microsoft.com/office/drawing/2014/main" id="{3043F959-1FDE-A151-1654-1BADED1C9B80}"/>
              </a:ext>
            </a:extLst>
          </p:cNvPr>
          <p:cNvSpPr/>
          <p:nvPr/>
        </p:nvSpPr>
        <p:spPr>
          <a:xfrm>
            <a:off x="3347864" y="1315893"/>
            <a:ext cx="2338535" cy="504056"/>
          </a:xfrm>
          <a:prstGeom prst="rect">
            <a:avLst/>
          </a:prstGeom>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2"/>
          </a:lnRef>
          <a:fillRef idx="1">
            <a:schemeClr val="lt1"/>
          </a:fillRef>
          <a:effectRef idx="0">
            <a:schemeClr val="accent2"/>
          </a:effectRef>
          <a:fontRef idx="minor">
            <a:schemeClr val="dk1"/>
          </a:fontRef>
        </p:style>
        <p:txBody>
          <a:bodyPr rtlCol="0" anchor="ctr"/>
          <a:lstStyle/>
          <a:p>
            <a:pPr algn="ctr"/>
            <a:r>
              <a:rPr lang="pt-BR" sz="1200" b="1" dirty="0">
                <a:solidFill>
                  <a:srgbClr val="C00000"/>
                </a:solidFill>
                <a:latin typeface="Cabin" panose="020B0803050202020004" pitchFamily="34" charset="0"/>
              </a:rPr>
              <a:t>The overall calibraiton quality, which should be above 90%.</a:t>
            </a:r>
            <a:endParaRPr lang="en-US" sz="1200" b="1" dirty="0">
              <a:solidFill>
                <a:srgbClr val="C00000"/>
              </a:solidFill>
              <a:latin typeface="Cabin" panose="020B0803050202020004" pitchFamily="34" charset="0"/>
            </a:endParaRPr>
          </a:p>
        </p:txBody>
      </p:sp>
      <p:sp>
        <p:nvSpPr>
          <p:cNvPr id="7" name="Fluxograma: Mesclar 3">
            <a:extLst>
              <a:ext uri="{FF2B5EF4-FFF2-40B4-BE49-F238E27FC236}">
                <a16:creationId xmlns:a16="http://schemas.microsoft.com/office/drawing/2014/main" id="{58F79ABA-3513-2A27-235E-F605AC976672}"/>
              </a:ext>
            </a:extLst>
          </p:cNvPr>
          <p:cNvSpPr/>
          <p:nvPr/>
        </p:nvSpPr>
        <p:spPr>
          <a:xfrm rot="5400000">
            <a:off x="2948515" y="1513915"/>
            <a:ext cx="504056" cy="108012"/>
          </a:xfrm>
          <a:prstGeom prst="flowChartMerge">
            <a:avLst/>
          </a:prstGeom>
          <a:solidFill>
            <a:srgbClr val="C00000"/>
          </a:solidFill>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tângulo 9">
            <a:extLst>
              <a:ext uri="{FF2B5EF4-FFF2-40B4-BE49-F238E27FC236}">
                <a16:creationId xmlns:a16="http://schemas.microsoft.com/office/drawing/2014/main" id="{E9FF015D-C100-9102-FA81-D60BB53301AE}"/>
              </a:ext>
            </a:extLst>
          </p:cNvPr>
          <p:cNvSpPr/>
          <p:nvPr/>
        </p:nvSpPr>
        <p:spPr>
          <a:xfrm>
            <a:off x="5141507" y="2072451"/>
            <a:ext cx="3138905" cy="1220098"/>
          </a:xfrm>
          <a:prstGeom prst="rect">
            <a:avLst/>
          </a:prstGeom>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2"/>
          </a:lnRef>
          <a:fillRef idx="1">
            <a:schemeClr val="lt1"/>
          </a:fillRef>
          <a:effectRef idx="0">
            <a:schemeClr val="accent2"/>
          </a:effectRef>
          <a:fontRef idx="minor">
            <a:schemeClr val="dk1"/>
          </a:fontRef>
        </p:style>
        <p:txBody>
          <a:bodyPr rtlCol="0" anchor="ctr"/>
          <a:lstStyle/>
          <a:p>
            <a:pPr algn="ctr"/>
            <a:r>
              <a:rPr lang="pt-BR" sz="1200" b="1" dirty="0">
                <a:solidFill>
                  <a:srgbClr val="C00000"/>
                </a:solidFill>
                <a:latin typeface="Cabin" panose="020B0803050202020004" pitchFamily="34" charset="0"/>
              </a:rPr>
              <a:t>The calibration makers. Notice the quality (top) and the name (bottom) of each marker, which should be above 90% and correspond to the actual octagon, respectively. The red bar is a suggestion on how the marker may be moved to improve the (current) calibration.</a:t>
            </a:r>
            <a:endParaRPr lang="en-US" sz="1200" b="1" dirty="0">
              <a:solidFill>
                <a:schemeClr val="tx2">
                  <a:lumMod val="60000"/>
                  <a:lumOff val="40000"/>
                </a:schemeClr>
              </a:solidFill>
              <a:latin typeface="Cabin" panose="020B0803050202020004" pitchFamily="34" charset="0"/>
            </a:endParaRPr>
          </a:p>
        </p:txBody>
      </p:sp>
      <p:sp>
        <p:nvSpPr>
          <p:cNvPr id="17" name="Fluxograma: Mesclar 10">
            <a:extLst>
              <a:ext uri="{FF2B5EF4-FFF2-40B4-BE49-F238E27FC236}">
                <a16:creationId xmlns:a16="http://schemas.microsoft.com/office/drawing/2014/main" id="{9A8FDAF7-BDDA-8068-3B22-5C8147961DD9}"/>
              </a:ext>
            </a:extLst>
          </p:cNvPr>
          <p:cNvSpPr/>
          <p:nvPr/>
        </p:nvSpPr>
        <p:spPr>
          <a:xfrm rot="5400000">
            <a:off x="4763466" y="2628494"/>
            <a:ext cx="504056" cy="108012"/>
          </a:xfrm>
          <a:prstGeom prst="flowChartMerge">
            <a:avLst/>
          </a:prstGeom>
          <a:solidFill>
            <a:srgbClr val="C00000"/>
          </a:solidFill>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40733409"/>
      </p:ext>
    </p:extLst>
  </p:cSld>
  <p:clrMapOvr>
    <a:masterClrMapping/>
  </p:clrMapOvr>
</p:sld>
</file>

<file path=ppt/theme/theme1.xml><?xml version="1.0" encoding="utf-8"?>
<a:theme xmlns:a="http://schemas.openxmlformats.org/drawingml/2006/main" name="Tema do Office">
  <a:themeElements>
    <a:clrScheme name="Escritório">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Escritório">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Escritório">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15203</TotalTime>
  <Words>489</Words>
  <Application>Microsoft Office PowerPoint</Application>
  <PresentationFormat>On-screen Show (4:3)</PresentationFormat>
  <Paragraphs>53</Paragraphs>
  <Slides>10</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10</vt:i4>
      </vt:variant>
    </vt:vector>
  </HeadingPairs>
  <TitlesOfParts>
    <vt:vector size="18" baseType="lpstr">
      <vt:lpstr>Aharoni</vt:lpstr>
      <vt:lpstr>Aptos</vt:lpstr>
      <vt:lpstr>Arial</vt:lpstr>
      <vt:lpstr>Blue Highway D Type</vt:lpstr>
      <vt:lpstr>Cabin</vt:lpstr>
      <vt:lpstr>Calibri</vt:lpstr>
      <vt:lpstr>Verdana</vt:lpstr>
      <vt:lpstr>Tema do Office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Apresentação do PowerPoint</dc:title>
  <dc:creator>Dietrich</dc:creator>
  <cp:lastModifiedBy>Carlos Dietrich</cp:lastModifiedBy>
  <cp:revision>70</cp:revision>
  <dcterms:created xsi:type="dcterms:W3CDTF">2015-11-17T21:27:19Z</dcterms:created>
  <dcterms:modified xsi:type="dcterms:W3CDTF">2024-07-16T20:54:43Z</dcterms:modified>
</cp:coreProperties>
</file>
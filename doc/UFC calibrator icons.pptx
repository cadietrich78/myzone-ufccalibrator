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1" r:id="rId2"/>
    <p:sldId id="262" r:id="rId3"/>
    <p:sldId id="357" r:id="rId4"/>
    <p:sldId id="293" r:id="rId5"/>
    <p:sldId id="356" r:id="rId6"/>
    <p:sldId id="358" r:id="rId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FF00"/>
    <a:srgbClr val="FFFFCC"/>
    <a:srgbClr val="B7D2D5"/>
    <a:srgbClr val="008000"/>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7" autoAdjust="0"/>
    <p:restoredTop sz="94660"/>
  </p:normalViewPr>
  <p:slideViewPr>
    <p:cSldViewPr>
      <p:cViewPr varScale="1">
        <p:scale>
          <a:sx n="80" d="100"/>
          <a:sy n="80" d="100"/>
        </p:scale>
        <p:origin x="1733" y="58"/>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685800" y="2130425"/>
            <a:ext cx="7772400" cy="1470025"/>
          </a:xfrm>
        </p:spPr>
        <p:txBody>
          <a:bodyPr/>
          <a:lstStyle/>
          <a:p>
            <a:r>
              <a:rPr lang="pt-BR"/>
              <a:t>Clique para editar o título mestre</a:t>
            </a:r>
            <a:endParaRPr lang="en-US"/>
          </a:p>
        </p:txBody>
      </p:sp>
      <p:sp>
        <p:nvSpPr>
          <p:cNvPr id="3" name="Subtítulo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pt-BR"/>
              <a:t>Clique para editar o estilo do subtítulo mestre</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9/29/2022</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4199100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idx="1"/>
          </p:nvPr>
        </p:nvSpPr>
        <p:spPr/>
        <p:txBody>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9/29/2022</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671741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p:cNvSpPr>
            <a:spLocks noGrp="1"/>
          </p:cNvSpPr>
          <p:nvPr>
            <p:ph type="title"/>
          </p:nvPr>
        </p:nvSpPr>
        <p:spPr>
          <a:xfrm>
            <a:off x="722313" y="4406900"/>
            <a:ext cx="7772400" cy="1362075"/>
          </a:xfrm>
        </p:spPr>
        <p:txBody>
          <a:bodyPr anchor="t"/>
          <a:lstStyle>
            <a:lvl1pPr algn="l">
              <a:defRPr sz="4000" b="1" cap="all"/>
            </a:lvl1pPr>
          </a:lstStyle>
          <a:p>
            <a:r>
              <a:rPr lang="pt-BR"/>
              <a:t>Clique para editar o título mestre</a:t>
            </a:r>
            <a:endParaRPr lang="en-US"/>
          </a:p>
        </p:txBody>
      </p:sp>
      <p:sp>
        <p:nvSpPr>
          <p:cNvPr id="3" name="Espaço Reservado para Texto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BR"/>
              <a:t>Clique para editar o texto mestre</a:t>
            </a:r>
          </a:p>
        </p:txBody>
      </p:sp>
      <p:sp>
        <p:nvSpPr>
          <p:cNvPr id="4" name="Espaço Reservado para Data 3"/>
          <p:cNvSpPr>
            <a:spLocks noGrp="1"/>
          </p:cNvSpPr>
          <p:nvPr>
            <p:ph type="dt" sz="half" idx="10"/>
          </p:nvPr>
        </p:nvSpPr>
        <p:spPr/>
        <p:txBody>
          <a:bodyPr/>
          <a:lstStyle/>
          <a:p>
            <a:fld id="{A9A6E6A7-8BB5-4312-AC96-9EE02D82EB11}" type="datetimeFigureOut">
              <a:rPr lang="en-US" smtClean="0"/>
              <a:t>9/29/2022</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740061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Conteúdo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Data 4"/>
          <p:cNvSpPr>
            <a:spLocks noGrp="1"/>
          </p:cNvSpPr>
          <p:nvPr>
            <p:ph type="dt" sz="half" idx="10"/>
          </p:nvPr>
        </p:nvSpPr>
        <p:spPr/>
        <p:txBody>
          <a:bodyPr/>
          <a:lstStyle/>
          <a:p>
            <a:fld id="{A9A6E6A7-8BB5-4312-AC96-9EE02D82EB11}" type="datetimeFigureOut">
              <a:rPr lang="en-US" smtClean="0"/>
              <a:t>9/29/2022</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16123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lvl1pPr>
              <a:defRPr/>
            </a:lvl1pPr>
          </a:lstStyle>
          <a:p>
            <a:r>
              <a:rPr lang="pt-BR"/>
              <a:t>Clique para editar o título mestre</a:t>
            </a:r>
            <a:endParaRPr lang="en-US"/>
          </a:p>
        </p:txBody>
      </p:sp>
      <p:sp>
        <p:nvSpPr>
          <p:cNvPr id="3" name="Espaço Reservado para Texto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4" name="Espaço Reservado para Conteúdo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Texto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6" name="Espaço Reservado para Conteúdo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7" name="Espaço Reservado para Data 6"/>
          <p:cNvSpPr>
            <a:spLocks noGrp="1"/>
          </p:cNvSpPr>
          <p:nvPr>
            <p:ph type="dt" sz="half" idx="10"/>
          </p:nvPr>
        </p:nvSpPr>
        <p:spPr/>
        <p:txBody>
          <a:bodyPr/>
          <a:lstStyle/>
          <a:p>
            <a:fld id="{A9A6E6A7-8BB5-4312-AC96-9EE02D82EB11}" type="datetimeFigureOut">
              <a:rPr lang="en-US" smtClean="0"/>
              <a:t>9/29/2022</a:t>
            </a:fld>
            <a:endParaRPr lang="en-US"/>
          </a:p>
        </p:txBody>
      </p:sp>
      <p:sp>
        <p:nvSpPr>
          <p:cNvPr id="8" name="Espaço Reservado para Rodapé 7"/>
          <p:cNvSpPr>
            <a:spLocks noGrp="1"/>
          </p:cNvSpPr>
          <p:nvPr>
            <p:ph type="ftr" sz="quarter" idx="11"/>
          </p:nvPr>
        </p:nvSpPr>
        <p:spPr/>
        <p:txBody>
          <a:bodyPr/>
          <a:lstStyle/>
          <a:p>
            <a:endParaRPr lang="en-US"/>
          </a:p>
        </p:txBody>
      </p:sp>
      <p:sp>
        <p:nvSpPr>
          <p:cNvPr id="9" name="Espaço Reservado para Número de Slide 8"/>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0679347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Data 2"/>
          <p:cNvSpPr>
            <a:spLocks noGrp="1"/>
          </p:cNvSpPr>
          <p:nvPr>
            <p:ph type="dt" sz="half" idx="10"/>
          </p:nvPr>
        </p:nvSpPr>
        <p:spPr/>
        <p:txBody>
          <a:bodyPr/>
          <a:lstStyle/>
          <a:p>
            <a:fld id="{A9A6E6A7-8BB5-4312-AC96-9EE02D82EB11}" type="datetimeFigureOut">
              <a:rPr lang="en-US" smtClean="0"/>
              <a:t>9/29/2022</a:t>
            </a:fld>
            <a:endParaRPr lang="en-US"/>
          </a:p>
        </p:txBody>
      </p:sp>
      <p:sp>
        <p:nvSpPr>
          <p:cNvPr id="4" name="Espaço Reservado para Rodapé 3"/>
          <p:cNvSpPr>
            <a:spLocks noGrp="1"/>
          </p:cNvSpPr>
          <p:nvPr>
            <p:ph type="ftr" sz="quarter" idx="11"/>
          </p:nvPr>
        </p:nvSpPr>
        <p:spPr/>
        <p:txBody>
          <a:bodyPr/>
          <a:lstStyle/>
          <a:p>
            <a:endParaRPr lang="en-US"/>
          </a:p>
        </p:txBody>
      </p:sp>
      <p:sp>
        <p:nvSpPr>
          <p:cNvPr id="5" name="Espaço Reservado para Número de Slide 4"/>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1729194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p:cNvSpPr>
            <a:spLocks noGrp="1"/>
          </p:cNvSpPr>
          <p:nvPr>
            <p:ph type="dt" sz="half" idx="10"/>
          </p:nvPr>
        </p:nvSpPr>
        <p:spPr/>
        <p:txBody>
          <a:bodyPr/>
          <a:lstStyle/>
          <a:p>
            <a:fld id="{A9A6E6A7-8BB5-4312-AC96-9EE02D82EB11}" type="datetimeFigureOut">
              <a:rPr lang="en-US" smtClean="0"/>
              <a:t>9/29/2022</a:t>
            </a:fld>
            <a:endParaRPr lang="en-US"/>
          </a:p>
        </p:txBody>
      </p:sp>
      <p:sp>
        <p:nvSpPr>
          <p:cNvPr id="3" name="Espaço Reservado para Rodapé 2"/>
          <p:cNvSpPr>
            <a:spLocks noGrp="1"/>
          </p:cNvSpPr>
          <p:nvPr>
            <p:ph type="ftr" sz="quarter" idx="11"/>
          </p:nvPr>
        </p:nvSpPr>
        <p:spPr/>
        <p:txBody>
          <a:bodyPr/>
          <a:lstStyle/>
          <a:p>
            <a:endParaRPr lang="en-US"/>
          </a:p>
        </p:txBody>
      </p:sp>
      <p:sp>
        <p:nvSpPr>
          <p:cNvPr id="4" name="Espaço Reservado para Número de Slide 3"/>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1004097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3050"/>
            <a:ext cx="3008313" cy="1162050"/>
          </a:xfrm>
        </p:spPr>
        <p:txBody>
          <a:bodyPr anchor="b"/>
          <a:lstStyle>
            <a:lvl1pPr algn="l">
              <a:defRPr sz="2000" b="1"/>
            </a:lvl1pPr>
          </a:lstStyle>
          <a:p>
            <a:r>
              <a:rPr lang="pt-BR"/>
              <a:t>Clique para editar o título mestre</a:t>
            </a:r>
            <a:endParaRPr lang="en-US"/>
          </a:p>
        </p:txBody>
      </p:sp>
      <p:sp>
        <p:nvSpPr>
          <p:cNvPr id="3" name="Espaço Reservado para Conteúdo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Texto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A9A6E6A7-8BB5-4312-AC96-9EE02D82EB11}" type="datetimeFigureOut">
              <a:rPr lang="en-US" smtClean="0"/>
              <a:t>9/29/2022</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0723893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1792288" y="4800600"/>
            <a:ext cx="5486400" cy="566738"/>
          </a:xfrm>
        </p:spPr>
        <p:txBody>
          <a:bodyPr anchor="b"/>
          <a:lstStyle>
            <a:lvl1pPr algn="l">
              <a:defRPr sz="2000" b="1"/>
            </a:lvl1pPr>
          </a:lstStyle>
          <a:p>
            <a:r>
              <a:rPr lang="pt-BR"/>
              <a:t>Clique para editar o título mestre</a:t>
            </a:r>
            <a:endParaRPr lang="en-US"/>
          </a:p>
        </p:txBody>
      </p:sp>
      <p:sp>
        <p:nvSpPr>
          <p:cNvPr id="3" name="Espaço Reservado para Imagem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Espaço Reservado para Texto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A9A6E6A7-8BB5-4312-AC96-9EE02D82EB11}" type="datetimeFigureOut">
              <a:rPr lang="en-US" smtClean="0"/>
              <a:t>9/29/2022</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9691033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Texto Vertical 2"/>
          <p:cNvSpPr>
            <a:spLocks noGrp="1"/>
          </p:cNvSpPr>
          <p:nvPr>
            <p:ph type="body" orient="vert" idx="1"/>
          </p:nvPr>
        </p:nvSpPr>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9/29/2022</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5133570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e texto verticais">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6629400" y="274638"/>
            <a:ext cx="2057400" cy="5851525"/>
          </a:xfrm>
        </p:spPr>
        <p:txBody>
          <a:bodyPr vert="eaVert"/>
          <a:lstStyle/>
          <a:p>
            <a:r>
              <a:rPr lang="pt-BR"/>
              <a:t>Clique para editar o título mestre</a:t>
            </a:r>
            <a:endParaRPr lang="en-US"/>
          </a:p>
        </p:txBody>
      </p:sp>
      <p:sp>
        <p:nvSpPr>
          <p:cNvPr id="3" name="Espaço Reservado para Texto Vertical 2"/>
          <p:cNvSpPr>
            <a:spLocks noGrp="1"/>
          </p:cNvSpPr>
          <p:nvPr>
            <p:ph type="body" orient="vert" idx="1"/>
          </p:nvPr>
        </p:nvSpPr>
        <p:spPr>
          <a:xfrm>
            <a:off x="457200" y="274638"/>
            <a:ext cx="6019800" cy="5851525"/>
          </a:xfrm>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9/29/2022</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8321274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pt-BR"/>
              <a:t>Clique para editar o título mestre</a:t>
            </a:r>
            <a:endParaRPr lang="en-US"/>
          </a:p>
        </p:txBody>
      </p:sp>
      <p:sp>
        <p:nvSpPr>
          <p:cNvPr id="3" name="Espaço Reservado para Texto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9A6E6A7-8BB5-4312-AC96-9EE02D82EB11}" type="datetimeFigureOut">
              <a:rPr lang="en-US" smtClean="0"/>
              <a:t>9/29/2022</a:t>
            </a:fld>
            <a:endParaRPr lang="en-US"/>
          </a:p>
        </p:txBody>
      </p:sp>
      <p:sp>
        <p:nvSpPr>
          <p:cNvPr id="5" name="Espaço Reservado para Rodapé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Espaço Reservado para Número de Slide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2BD0E50-01B7-4B89-A980-51F9A64FACB1}" type="slidenum">
              <a:rPr lang="en-US" smtClean="0"/>
              <a:t>‹#›</a:t>
            </a:fld>
            <a:endParaRPr lang="en-US"/>
          </a:p>
        </p:txBody>
      </p:sp>
    </p:spTree>
    <p:extLst>
      <p:ext uri="{BB962C8B-B14F-4D97-AF65-F5344CB8AC3E}">
        <p14:creationId xmlns:p14="http://schemas.microsoft.com/office/powerpoint/2010/main" val="13329444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Octagon 49">
            <a:extLst>
              <a:ext uri="{FF2B5EF4-FFF2-40B4-BE49-F238E27FC236}">
                <a16:creationId xmlns:a16="http://schemas.microsoft.com/office/drawing/2014/main" id="{75800B2C-97FB-294C-FA64-ADC320756751}"/>
              </a:ext>
            </a:extLst>
          </p:cNvPr>
          <p:cNvSpPr/>
          <p:nvPr/>
        </p:nvSpPr>
        <p:spPr>
          <a:xfrm>
            <a:off x="5032503" y="3682288"/>
            <a:ext cx="2735354" cy="2735352"/>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9" name="Octagon 458">
            <a:extLst>
              <a:ext uri="{FF2B5EF4-FFF2-40B4-BE49-F238E27FC236}">
                <a16:creationId xmlns:a16="http://schemas.microsoft.com/office/drawing/2014/main" id="{7C7EF32C-65AF-2766-93F9-E4EA469056C2}"/>
              </a:ext>
            </a:extLst>
          </p:cNvPr>
          <p:cNvSpPr/>
          <p:nvPr/>
        </p:nvSpPr>
        <p:spPr>
          <a:xfrm>
            <a:off x="5233085" y="3882870"/>
            <a:ext cx="2334191" cy="2334189"/>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Octagon 3">
            <a:extLst>
              <a:ext uri="{FF2B5EF4-FFF2-40B4-BE49-F238E27FC236}">
                <a16:creationId xmlns:a16="http://schemas.microsoft.com/office/drawing/2014/main" id="{CD7CEC58-AFD3-0314-C938-DE6CABEBFE13}"/>
              </a:ext>
            </a:extLst>
          </p:cNvPr>
          <p:cNvSpPr/>
          <p:nvPr/>
        </p:nvSpPr>
        <p:spPr>
          <a:xfrm>
            <a:off x="1043608" y="332656"/>
            <a:ext cx="2668418" cy="2668416"/>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 name="Retângulo 63"/>
          <p:cNvSpPr/>
          <p:nvPr/>
        </p:nvSpPr>
        <p:spPr>
          <a:xfrm>
            <a:off x="3032559" y="839263"/>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8" name="Picture 2" descr="Monster Energy logo Fichier transparent | PNG Play">
            <a:extLst>
              <a:ext uri="{FF2B5EF4-FFF2-40B4-BE49-F238E27FC236}">
                <a16:creationId xmlns:a16="http://schemas.microsoft.com/office/drawing/2014/main" id="{8A676E00-BE11-7A73-AD8B-4C0F5FD184A5}"/>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3054111" y="1055919"/>
            <a:ext cx="404353" cy="558391"/>
          </a:xfrm>
          <a:prstGeom prst="rect">
            <a:avLst/>
          </a:prstGeom>
          <a:noFill/>
          <a:extLst>
            <a:ext uri="{909E8E84-426E-40DD-AFC4-6F175D3DCCD1}">
              <a14:hiddenFill xmlns:a14="http://schemas.microsoft.com/office/drawing/2010/main">
                <a:solidFill>
                  <a:srgbClr val="FFFFFF"/>
                </a:solidFill>
              </a14:hiddenFill>
            </a:ext>
          </a:extLst>
        </p:spPr>
      </p:pic>
      <p:sp>
        <p:nvSpPr>
          <p:cNvPr id="9" name="Retângulo 63">
            <a:extLst>
              <a:ext uri="{FF2B5EF4-FFF2-40B4-BE49-F238E27FC236}">
                <a16:creationId xmlns:a16="http://schemas.microsoft.com/office/drawing/2014/main" id="{DE853205-8AF1-4182-A3E2-5509A36A7083}"/>
              </a:ext>
            </a:extLst>
          </p:cNvPr>
          <p:cNvSpPr/>
          <p:nvPr/>
        </p:nvSpPr>
        <p:spPr>
          <a:xfrm>
            <a:off x="3032559" y="1700808"/>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0" name="Picture 2" descr="Monster Energy logo Fichier transparent | PNG Play">
            <a:extLst>
              <a:ext uri="{FF2B5EF4-FFF2-40B4-BE49-F238E27FC236}">
                <a16:creationId xmlns:a16="http://schemas.microsoft.com/office/drawing/2014/main" id="{C4B6C0A7-BE45-A2FE-7567-24FCCF56E21D}"/>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3054110" y="1718481"/>
            <a:ext cx="404353" cy="558391"/>
          </a:xfrm>
          <a:prstGeom prst="rect">
            <a:avLst/>
          </a:prstGeom>
          <a:noFill/>
          <a:extLst>
            <a:ext uri="{909E8E84-426E-40DD-AFC4-6F175D3DCCD1}">
              <a14:hiddenFill xmlns:a14="http://schemas.microsoft.com/office/drawing/2010/main">
                <a:solidFill>
                  <a:srgbClr val="FFFFFF"/>
                </a:solidFill>
              </a14:hiddenFill>
            </a:ext>
          </a:extLst>
        </p:spPr>
      </p:pic>
      <p:sp>
        <p:nvSpPr>
          <p:cNvPr id="11" name="Retângulo 63">
            <a:extLst>
              <a:ext uri="{FF2B5EF4-FFF2-40B4-BE49-F238E27FC236}">
                <a16:creationId xmlns:a16="http://schemas.microsoft.com/office/drawing/2014/main" id="{128D1788-207F-87C2-2CC6-7699A97BCA27}"/>
              </a:ext>
            </a:extLst>
          </p:cNvPr>
          <p:cNvSpPr/>
          <p:nvPr/>
        </p:nvSpPr>
        <p:spPr>
          <a:xfrm>
            <a:off x="930987" y="839263"/>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etângulo 63">
            <a:extLst>
              <a:ext uri="{FF2B5EF4-FFF2-40B4-BE49-F238E27FC236}">
                <a16:creationId xmlns:a16="http://schemas.microsoft.com/office/drawing/2014/main" id="{436CF0DA-F8A4-328A-80A5-C822BF499663}"/>
              </a:ext>
            </a:extLst>
          </p:cNvPr>
          <p:cNvSpPr/>
          <p:nvPr/>
        </p:nvSpPr>
        <p:spPr>
          <a:xfrm>
            <a:off x="930987" y="1700808"/>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3" name="Picture 2" descr="Monster Energy logo Fichier transparent | PNG Play">
            <a:extLst>
              <a:ext uri="{FF2B5EF4-FFF2-40B4-BE49-F238E27FC236}">
                <a16:creationId xmlns:a16="http://schemas.microsoft.com/office/drawing/2014/main" id="{65F7A9B8-2DDC-7539-F1D8-852C0BEA09B8}"/>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1298039" y="1062036"/>
            <a:ext cx="404353" cy="558391"/>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Monster Energy logo Fichier transparent | PNG Play">
            <a:extLst>
              <a:ext uri="{FF2B5EF4-FFF2-40B4-BE49-F238E27FC236}">
                <a16:creationId xmlns:a16="http://schemas.microsoft.com/office/drawing/2014/main" id="{E89B7A49-966C-B2E3-5C62-A236FAB18FC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1298039" y="1718481"/>
            <a:ext cx="404353" cy="558391"/>
          </a:xfrm>
          <a:prstGeom prst="rect">
            <a:avLst/>
          </a:prstGeom>
          <a:noFill/>
          <a:extLst>
            <a:ext uri="{909E8E84-426E-40DD-AFC4-6F175D3DCCD1}">
              <a14:hiddenFill xmlns:a14="http://schemas.microsoft.com/office/drawing/2010/main">
                <a:solidFill>
                  <a:srgbClr val="FFFFFF"/>
                </a:solidFill>
              </a14:hiddenFill>
            </a:ext>
          </a:extLst>
        </p:spPr>
      </p:pic>
      <p:sp>
        <p:nvSpPr>
          <p:cNvPr id="42" name="Elipse 167">
            <a:extLst>
              <a:ext uri="{FF2B5EF4-FFF2-40B4-BE49-F238E27FC236}">
                <a16:creationId xmlns:a16="http://schemas.microsoft.com/office/drawing/2014/main" id="{D5402F16-6F8A-6594-F0F0-6B2B82573D9D}"/>
              </a:ext>
            </a:extLst>
          </p:cNvPr>
          <p:cNvSpPr/>
          <p:nvPr/>
        </p:nvSpPr>
        <p:spPr>
          <a:xfrm rot="5400000">
            <a:off x="3637241" y="1033554"/>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5" name="Elipse 167">
            <a:extLst>
              <a:ext uri="{FF2B5EF4-FFF2-40B4-BE49-F238E27FC236}">
                <a16:creationId xmlns:a16="http://schemas.microsoft.com/office/drawing/2014/main" id="{38A21656-8430-00A8-A139-2B441C4B93CE}"/>
              </a:ext>
            </a:extLst>
          </p:cNvPr>
          <p:cNvSpPr/>
          <p:nvPr/>
        </p:nvSpPr>
        <p:spPr>
          <a:xfrm rot="5400000">
            <a:off x="968656" y="1033554"/>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6" name="Elipse 167">
            <a:extLst>
              <a:ext uri="{FF2B5EF4-FFF2-40B4-BE49-F238E27FC236}">
                <a16:creationId xmlns:a16="http://schemas.microsoft.com/office/drawing/2014/main" id="{74527902-12CF-1B02-2EB0-2AB1DC00DD77}"/>
              </a:ext>
            </a:extLst>
          </p:cNvPr>
          <p:cNvSpPr/>
          <p:nvPr/>
        </p:nvSpPr>
        <p:spPr>
          <a:xfrm rot="5400000">
            <a:off x="968656" y="2168000"/>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7" name="Elipse 167">
            <a:extLst>
              <a:ext uri="{FF2B5EF4-FFF2-40B4-BE49-F238E27FC236}">
                <a16:creationId xmlns:a16="http://schemas.microsoft.com/office/drawing/2014/main" id="{BCE350F6-699F-23E7-08D7-3269873784D7}"/>
              </a:ext>
            </a:extLst>
          </p:cNvPr>
          <p:cNvSpPr/>
          <p:nvPr/>
        </p:nvSpPr>
        <p:spPr>
          <a:xfrm rot="5400000">
            <a:off x="3637241" y="2168000"/>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59" name="Retângulo 63">
            <a:extLst>
              <a:ext uri="{FF2B5EF4-FFF2-40B4-BE49-F238E27FC236}">
                <a16:creationId xmlns:a16="http://schemas.microsoft.com/office/drawing/2014/main" id="{1A8C159E-D6FD-AB42-FEB2-76646B5BC6BB}"/>
              </a:ext>
            </a:extLst>
          </p:cNvPr>
          <p:cNvSpPr/>
          <p:nvPr/>
        </p:nvSpPr>
        <p:spPr>
          <a:xfrm>
            <a:off x="6444208" y="3573016"/>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0" name="Retângulo 63">
            <a:extLst>
              <a:ext uri="{FF2B5EF4-FFF2-40B4-BE49-F238E27FC236}">
                <a16:creationId xmlns:a16="http://schemas.microsoft.com/office/drawing/2014/main" id="{B612A277-A74E-8163-B783-A5F61842648A}"/>
              </a:ext>
            </a:extLst>
          </p:cNvPr>
          <p:cNvSpPr/>
          <p:nvPr/>
        </p:nvSpPr>
        <p:spPr>
          <a:xfrm>
            <a:off x="5564064" y="3573016"/>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1" name="Retângulo 63">
            <a:extLst>
              <a:ext uri="{FF2B5EF4-FFF2-40B4-BE49-F238E27FC236}">
                <a16:creationId xmlns:a16="http://schemas.microsoft.com/office/drawing/2014/main" id="{197527F7-EBC7-E053-EF9C-06021AFBA8F1}"/>
              </a:ext>
            </a:extLst>
          </p:cNvPr>
          <p:cNvSpPr/>
          <p:nvPr/>
        </p:nvSpPr>
        <p:spPr>
          <a:xfrm>
            <a:off x="6441930" y="5734040"/>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2" name="Retângulo 63">
            <a:extLst>
              <a:ext uri="{FF2B5EF4-FFF2-40B4-BE49-F238E27FC236}">
                <a16:creationId xmlns:a16="http://schemas.microsoft.com/office/drawing/2014/main" id="{9E601C7B-14DE-C291-67A3-CD61202A177B}"/>
              </a:ext>
            </a:extLst>
          </p:cNvPr>
          <p:cNvSpPr/>
          <p:nvPr/>
        </p:nvSpPr>
        <p:spPr>
          <a:xfrm>
            <a:off x="5560294" y="5734040"/>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63" name="Picture 2" descr="Monster Energy logo Fichier transparent | PNG Play">
            <a:extLst>
              <a:ext uri="{FF2B5EF4-FFF2-40B4-BE49-F238E27FC236}">
                <a16:creationId xmlns:a16="http://schemas.microsoft.com/office/drawing/2014/main" id="{885B6EFC-F4FA-E488-4740-A5FD7FBA3218}"/>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6471792" y="3971577"/>
            <a:ext cx="269619" cy="372330"/>
          </a:xfrm>
          <a:prstGeom prst="rect">
            <a:avLst/>
          </a:prstGeom>
          <a:noFill/>
          <a:extLst>
            <a:ext uri="{909E8E84-426E-40DD-AFC4-6F175D3DCCD1}">
              <a14:hiddenFill xmlns:a14="http://schemas.microsoft.com/office/drawing/2010/main">
                <a:solidFill>
                  <a:srgbClr val="FFFFFF"/>
                </a:solidFill>
              </a14:hiddenFill>
            </a:ext>
          </a:extLst>
        </p:spPr>
      </p:pic>
      <p:pic>
        <p:nvPicPr>
          <p:cNvPr id="448" name="Picture 2" descr="Monster Energy logo Fichier transparent | PNG Play">
            <a:extLst>
              <a:ext uri="{FF2B5EF4-FFF2-40B4-BE49-F238E27FC236}">
                <a16:creationId xmlns:a16="http://schemas.microsoft.com/office/drawing/2014/main" id="{EF9069A1-8009-C8CF-C90D-5BF010E4081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6023396" y="3971577"/>
            <a:ext cx="269619" cy="372330"/>
          </a:xfrm>
          <a:prstGeom prst="rect">
            <a:avLst/>
          </a:prstGeom>
          <a:noFill/>
          <a:extLst>
            <a:ext uri="{909E8E84-426E-40DD-AFC4-6F175D3DCCD1}">
              <a14:hiddenFill xmlns:a14="http://schemas.microsoft.com/office/drawing/2010/main">
                <a:solidFill>
                  <a:srgbClr val="FFFFFF"/>
                </a:solidFill>
              </a14:hiddenFill>
            </a:ext>
          </a:extLst>
        </p:spPr>
      </p:pic>
      <p:pic>
        <p:nvPicPr>
          <p:cNvPr id="449" name="Picture 2" descr="Monster Energy logo Fichier transparent | PNG Play">
            <a:extLst>
              <a:ext uri="{FF2B5EF4-FFF2-40B4-BE49-F238E27FC236}">
                <a16:creationId xmlns:a16="http://schemas.microsoft.com/office/drawing/2014/main" id="{80E3291C-8229-ED01-3113-B5FAE9BE6FAE}"/>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5998553" y="5760774"/>
            <a:ext cx="294462" cy="406637"/>
          </a:xfrm>
          <a:prstGeom prst="rect">
            <a:avLst/>
          </a:prstGeom>
          <a:noFill/>
          <a:extLst>
            <a:ext uri="{909E8E84-426E-40DD-AFC4-6F175D3DCCD1}">
              <a14:hiddenFill xmlns:a14="http://schemas.microsoft.com/office/drawing/2010/main">
                <a:solidFill>
                  <a:srgbClr val="FFFFFF"/>
                </a:solidFill>
              </a14:hiddenFill>
            </a:ext>
          </a:extLst>
        </p:spPr>
      </p:pic>
      <p:pic>
        <p:nvPicPr>
          <p:cNvPr id="450" name="Picture 2" descr="Monster Energy logo Fichier transparent | PNG Play">
            <a:extLst>
              <a:ext uri="{FF2B5EF4-FFF2-40B4-BE49-F238E27FC236}">
                <a16:creationId xmlns:a16="http://schemas.microsoft.com/office/drawing/2014/main" id="{34D5C7DD-BD15-70D5-A360-086342F74C6B}"/>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6471792" y="5760774"/>
            <a:ext cx="294462" cy="406637"/>
          </a:xfrm>
          <a:prstGeom prst="rect">
            <a:avLst/>
          </a:prstGeom>
          <a:noFill/>
          <a:extLst>
            <a:ext uri="{909E8E84-426E-40DD-AFC4-6F175D3DCCD1}">
              <a14:hiddenFill xmlns:a14="http://schemas.microsoft.com/office/drawing/2010/main">
                <a:solidFill>
                  <a:srgbClr val="FFFFFF"/>
                </a:solidFill>
              </a14:hiddenFill>
            </a:ext>
          </a:extLst>
        </p:spPr>
      </p:pic>
      <p:sp>
        <p:nvSpPr>
          <p:cNvPr id="452" name="Elipse 167">
            <a:extLst>
              <a:ext uri="{FF2B5EF4-FFF2-40B4-BE49-F238E27FC236}">
                <a16:creationId xmlns:a16="http://schemas.microsoft.com/office/drawing/2014/main" id="{8A159430-7D6C-3D36-5A30-3A14FABDDF7F}"/>
              </a:ext>
            </a:extLst>
          </p:cNvPr>
          <p:cNvSpPr/>
          <p:nvPr/>
        </p:nvSpPr>
        <p:spPr>
          <a:xfrm rot="5400000">
            <a:off x="6788867" y="3816223"/>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53" name="Elipse 167">
            <a:extLst>
              <a:ext uri="{FF2B5EF4-FFF2-40B4-BE49-F238E27FC236}">
                <a16:creationId xmlns:a16="http://schemas.microsoft.com/office/drawing/2014/main" id="{FFC1C355-9F80-FC63-A269-4F283DCA18F2}"/>
              </a:ext>
            </a:extLst>
          </p:cNvPr>
          <p:cNvSpPr/>
          <p:nvPr/>
        </p:nvSpPr>
        <p:spPr>
          <a:xfrm rot="5400000">
            <a:off x="5831767" y="3817277"/>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57" name="Elipse 167">
            <a:extLst>
              <a:ext uri="{FF2B5EF4-FFF2-40B4-BE49-F238E27FC236}">
                <a16:creationId xmlns:a16="http://schemas.microsoft.com/office/drawing/2014/main" id="{239F966A-6016-0695-C628-F5EB344C8756}"/>
              </a:ext>
            </a:extLst>
          </p:cNvPr>
          <p:cNvSpPr/>
          <p:nvPr/>
        </p:nvSpPr>
        <p:spPr>
          <a:xfrm rot="5400000">
            <a:off x="6790372" y="6148922"/>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58" name="Elipse 167">
            <a:extLst>
              <a:ext uri="{FF2B5EF4-FFF2-40B4-BE49-F238E27FC236}">
                <a16:creationId xmlns:a16="http://schemas.microsoft.com/office/drawing/2014/main" id="{04B5334D-4AC8-199B-FAF4-DA2548438FBA}"/>
              </a:ext>
            </a:extLst>
          </p:cNvPr>
          <p:cNvSpPr/>
          <p:nvPr/>
        </p:nvSpPr>
        <p:spPr>
          <a:xfrm rot="5400000">
            <a:off x="5831895" y="6148922"/>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60" name="Octagon 459">
            <a:extLst>
              <a:ext uri="{FF2B5EF4-FFF2-40B4-BE49-F238E27FC236}">
                <a16:creationId xmlns:a16="http://schemas.microsoft.com/office/drawing/2014/main" id="{6854D305-2CE8-01B6-C1A2-7A890A658383}"/>
              </a:ext>
            </a:extLst>
          </p:cNvPr>
          <p:cNvSpPr/>
          <p:nvPr/>
        </p:nvSpPr>
        <p:spPr>
          <a:xfrm>
            <a:off x="1561004" y="3687699"/>
            <a:ext cx="2722964" cy="2722962"/>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1" name="Octagon 460">
            <a:extLst>
              <a:ext uri="{FF2B5EF4-FFF2-40B4-BE49-F238E27FC236}">
                <a16:creationId xmlns:a16="http://schemas.microsoft.com/office/drawing/2014/main" id="{6A28A01D-317C-87DF-9C8C-E4C04C5BDAEE}"/>
              </a:ext>
            </a:extLst>
          </p:cNvPr>
          <p:cNvSpPr/>
          <p:nvPr/>
        </p:nvSpPr>
        <p:spPr>
          <a:xfrm>
            <a:off x="1755391" y="3882086"/>
            <a:ext cx="2334191" cy="2334189"/>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2" name="Retângulo 63">
            <a:extLst>
              <a:ext uri="{FF2B5EF4-FFF2-40B4-BE49-F238E27FC236}">
                <a16:creationId xmlns:a16="http://schemas.microsoft.com/office/drawing/2014/main" id="{8C82B4E1-4164-27DD-1835-B2E38BC74A6A}"/>
              </a:ext>
            </a:extLst>
          </p:cNvPr>
          <p:cNvSpPr/>
          <p:nvPr/>
        </p:nvSpPr>
        <p:spPr>
          <a:xfrm>
            <a:off x="3577228" y="4221579"/>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463" name="Picture 2" descr="Monster Energy logo Fichier transparent | PNG Play">
            <a:extLst>
              <a:ext uri="{FF2B5EF4-FFF2-40B4-BE49-F238E27FC236}">
                <a16:creationId xmlns:a16="http://schemas.microsoft.com/office/drawing/2014/main" id="{B82EFA00-31B4-B1DF-C529-FB227703F5CA}"/>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3598780" y="4559886"/>
            <a:ext cx="316261" cy="436740"/>
          </a:xfrm>
          <a:prstGeom prst="rect">
            <a:avLst/>
          </a:prstGeom>
          <a:noFill/>
          <a:extLst>
            <a:ext uri="{909E8E84-426E-40DD-AFC4-6F175D3DCCD1}">
              <a14:hiddenFill xmlns:a14="http://schemas.microsoft.com/office/drawing/2010/main">
                <a:solidFill>
                  <a:srgbClr val="FFFFFF"/>
                </a:solidFill>
              </a14:hiddenFill>
            </a:ext>
          </a:extLst>
        </p:spPr>
      </p:pic>
      <p:sp>
        <p:nvSpPr>
          <p:cNvPr id="464" name="Retângulo 63">
            <a:extLst>
              <a:ext uri="{FF2B5EF4-FFF2-40B4-BE49-F238E27FC236}">
                <a16:creationId xmlns:a16="http://schemas.microsoft.com/office/drawing/2014/main" id="{F3FBD684-8387-3B05-310D-2C9866139533}"/>
              </a:ext>
            </a:extLst>
          </p:cNvPr>
          <p:cNvSpPr/>
          <p:nvPr/>
        </p:nvSpPr>
        <p:spPr>
          <a:xfrm>
            <a:off x="3577228" y="5083124"/>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465" name="Picture 2" descr="Monster Energy logo Fichier transparent | PNG Play">
            <a:extLst>
              <a:ext uri="{FF2B5EF4-FFF2-40B4-BE49-F238E27FC236}">
                <a16:creationId xmlns:a16="http://schemas.microsoft.com/office/drawing/2014/main" id="{8E1561AD-6BD2-C3E6-7862-AB6888F86E49}"/>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3599630" y="5100797"/>
            <a:ext cx="316262" cy="436742"/>
          </a:xfrm>
          <a:prstGeom prst="rect">
            <a:avLst/>
          </a:prstGeom>
          <a:noFill/>
          <a:extLst>
            <a:ext uri="{909E8E84-426E-40DD-AFC4-6F175D3DCCD1}">
              <a14:hiddenFill xmlns:a14="http://schemas.microsoft.com/office/drawing/2010/main">
                <a:solidFill>
                  <a:srgbClr val="FFFFFF"/>
                </a:solidFill>
              </a14:hiddenFill>
            </a:ext>
          </a:extLst>
        </p:spPr>
      </p:pic>
      <p:sp>
        <p:nvSpPr>
          <p:cNvPr id="466" name="Retângulo 63">
            <a:extLst>
              <a:ext uri="{FF2B5EF4-FFF2-40B4-BE49-F238E27FC236}">
                <a16:creationId xmlns:a16="http://schemas.microsoft.com/office/drawing/2014/main" id="{A2AA653C-FDEE-27AF-A102-5708737F571D}"/>
              </a:ext>
            </a:extLst>
          </p:cNvPr>
          <p:cNvSpPr/>
          <p:nvPr/>
        </p:nvSpPr>
        <p:spPr>
          <a:xfrm>
            <a:off x="1475656" y="4221579"/>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67" name="Retângulo 63">
            <a:extLst>
              <a:ext uri="{FF2B5EF4-FFF2-40B4-BE49-F238E27FC236}">
                <a16:creationId xmlns:a16="http://schemas.microsoft.com/office/drawing/2014/main" id="{22D18B3D-364B-6566-C8E7-EB5D7ABC2BD0}"/>
              </a:ext>
            </a:extLst>
          </p:cNvPr>
          <p:cNvSpPr/>
          <p:nvPr/>
        </p:nvSpPr>
        <p:spPr>
          <a:xfrm>
            <a:off x="1475656" y="5083124"/>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468" name="Picture 2" descr="Monster Energy logo Fichier transparent | PNG Play">
            <a:extLst>
              <a:ext uri="{FF2B5EF4-FFF2-40B4-BE49-F238E27FC236}">
                <a16:creationId xmlns:a16="http://schemas.microsoft.com/office/drawing/2014/main" id="{219C29BF-55B8-4259-B73E-D5A7920AC4C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1926371" y="4559886"/>
            <a:ext cx="320690" cy="442857"/>
          </a:xfrm>
          <a:prstGeom prst="rect">
            <a:avLst/>
          </a:prstGeom>
          <a:noFill/>
          <a:extLst>
            <a:ext uri="{909E8E84-426E-40DD-AFC4-6F175D3DCCD1}">
              <a14:hiddenFill xmlns:a14="http://schemas.microsoft.com/office/drawing/2010/main">
                <a:solidFill>
                  <a:srgbClr val="FFFFFF"/>
                </a:solidFill>
              </a14:hiddenFill>
            </a:ext>
          </a:extLst>
        </p:spPr>
      </p:pic>
      <p:pic>
        <p:nvPicPr>
          <p:cNvPr id="469" name="Picture 2" descr="Monster Energy logo Fichier transparent | PNG Play">
            <a:extLst>
              <a:ext uri="{FF2B5EF4-FFF2-40B4-BE49-F238E27FC236}">
                <a16:creationId xmlns:a16="http://schemas.microsoft.com/office/drawing/2014/main" id="{E95C394C-B226-E66D-95BE-83B84F8015B9}"/>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1930798" y="5100797"/>
            <a:ext cx="316263" cy="436743"/>
          </a:xfrm>
          <a:prstGeom prst="rect">
            <a:avLst/>
          </a:prstGeom>
          <a:noFill/>
          <a:extLst>
            <a:ext uri="{909E8E84-426E-40DD-AFC4-6F175D3DCCD1}">
              <a14:hiddenFill xmlns:a14="http://schemas.microsoft.com/office/drawing/2010/main">
                <a:solidFill>
                  <a:srgbClr val="FFFFFF"/>
                </a:solidFill>
              </a14:hiddenFill>
            </a:ext>
          </a:extLst>
        </p:spPr>
      </p:pic>
      <p:sp>
        <p:nvSpPr>
          <p:cNvPr id="485" name="Elipse 167">
            <a:extLst>
              <a:ext uri="{FF2B5EF4-FFF2-40B4-BE49-F238E27FC236}">
                <a16:creationId xmlns:a16="http://schemas.microsoft.com/office/drawing/2014/main" id="{EA690228-E4C8-5CEC-B1AE-8BDC9314C7DB}"/>
              </a:ext>
            </a:extLst>
          </p:cNvPr>
          <p:cNvSpPr/>
          <p:nvPr/>
        </p:nvSpPr>
        <p:spPr>
          <a:xfrm rot="5400000">
            <a:off x="4005668" y="4487265"/>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93" name="Elipse 167">
            <a:extLst>
              <a:ext uri="{FF2B5EF4-FFF2-40B4-BE49-F238E27FC236}">
                <a16:creationId xmlns:a16="http://schemas.microsoft.com/office/drawing/2014/main" id="{867FBD09-4D1E-BA73-847C-0CAEDD3BDDAA}"/>
              </a:ext>
            </a:extLst>
          </p:cNvPr>
          <p:cNvSpPr/>
          <p:nvPr/>
        </p:nvSpPr>
        <p:spPr>
          <a:xfrm rot="5400000">
            <a:off x="1680723" y="4487265"/>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94" name="Elipse 167">
            <a:extLst>
              <a:ext uri="{FF2B5EF4-FFF2-40B4-BE49-F238E27FC236}">
                <a16:creationId xmlns:a16="http://schemas.microsoft.com/office/drawing/2014/main" id="{19A4BE80-4522-E07D-FA9C-C6D1DDD044A4}"/>
              </a:ext>
            </a:extLst>
          </p:cNvPr>
          <p:cNvSpPr/>
          <p:nvPr/>
        </p:nvSpPr>
        <p:spPr>
          <a:xfrm rot="5400000">
            <a:off x="1687059" y="5463493"/>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95" name="Elipse 167">
            <a:extLst>
              <a:ext uri="{FF2B5EF4-FFF2-40B4-BE49-F238E27FC236}">
                <a16:creationId xmlns:a16="http://schemas.microsoft.com/office/drawing/2014/main" id="{B0457C34-A0BE-D320-976C-4DB4A7D11288}"/>
              </a:ext>
            </a:extLst>
          </p:cNvPr>
          <p:cNvSpPr/>
          <p:nvPr/>
        </p:nvSpPr>
        <p:spPr>
          <a:xfrm rot="5400000">
            <a:off x="4010998" y="5463493"/>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503" name="Octagon 502">
            <a:extLst>
              <a:ext uri="{FF2B5EF4-FFF2-40B4-BE49-F238E27FC236}">
                <a16:creationId xmlns:a16="http://schemas.microsoft.com/office/drawing/2014/main" id="{4F2C3C85-4983-7123-F116-6DAD62358881}"/>
              </a:ext>
            </a:extLst>
          </p:cNvPr>
          <p:cNvSpPr/>
          <p:nvPr/>
        </p:nvSpPr>
        <p:spPr>
          <a:xfrm>
            <a:off x="4565600" y="331872"/>
            <a:ext cx="2668418" cy="2668416"/>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Retângulo 63">
            <a:extLst>
              <a:ext uri="{FF2B5EF4-FFF2-40B4-BE49-F238E27FC236}">
                <a16:creationId xmlns:a16="http://schemas.microsoft.com/office/drawing/2014/main" id="{7AF2241D-32CF-A710-F032-8B09EDDA23DC}"/>
              </a:ext>
            </a:extLst>
          </p:cNvPr>
          <p:cNvSpPr/>
          <p:nvPr/>
        </p:nvSpPr>
        <p:spPr>
          <a:xfrm>
            <a:off x="5943837" y="189132"/>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7" name="Retângulo 63">
            <a:extLst>
              <a:ext uri="{FF2B5EF4-FFF2-40B4-BE49-F238E27FC236}">
                <a16:creationId xmlns:a16="http://schemas.microsoft.com/office/drawing/2014/main" id="{C6FF9BE9-4A95-EE3C-9A40-CC8039A2696E}"/>
              </a:ext>
            </a:extLst>
          </p:cNvPr>
          <p:cNvSpPr/>
          <p:nvPr/>
        </p:nvSpPr>
        <p:spPr>
          <a:xfrm>
            <a:off x="5063693" y="189132"/>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8" name="Retângulo 63">
            <a:extLst>
              <a:ext uri="{FF2B5EF4-FFF2-40B4-BE49-F238E27FC236}">
                <a16:creationId xmlns:a16="http://schemas.microsoft.com/office/drawing/2014/main" id="{23832555-CF28-43F5-C61C-6F5CC9E57AAE}"/>
              </a:ext>
            </a:extLst>
          </p:cNvPr>
          <p:cNvSpPr/>
          <p:nvPr/>
        </p:nvSpPr>
        <p:spPr>
          <a:xfrm>
            <a:off x="5941559" y="2350156"/>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9" name="Retângulo 63">
            <a:extLst>
              <a:ext uri="{FF2B5EF4-FFF2-40B4-BE49-F238E27FC236}">
                <a16:creationId xmlns:a16="http://schemas.microsoft.com/office/drawing/2014/main" id="{52F8C904-84BC-B404-D2B7-34E819E45788}"/>
              </a:ext>
            </a:extLst>
          </p:cNvPr>
          <p:cNvSpPr/>
          <p:nvPr/>
        </p:nvSpPr>
        <p:spPr>
          <a:xfrm>
            <a:off x="5059923" y="2350156"/>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70" name="Picture 2" descr="Monster Energy logo Fichier transparent | PNG Play">
            <a:extLst>
              <a:ext uri="{FF2B5EF4-FFF2-40B4-BE49-F238E27FC236}">
                <a16:creationId xmlns:a16="http://schemas.microsoft.com/office/drawing/2014/main" id="{9B7FAD4B-4276-0ED0-237B-EE869E7D06B0}"/>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5971421" y="401632"/>
            <a:ext cx="404353" cy="558391"/>
          </a:xfrm>
          <a:prstGeom prst="rect">
            <a:avLst/>
          </a:prstGeom>
          <a:noFill/>
          <a:extLst>
            <a:ext uri="{909E8E84-426E-40DD-AFC4-6F175D3DCCD1}">
              <a14:hiddenFill xmlns:a14="http://schemas.microsoft.com/office/drawing/2010/main">
                <a:solidFill>
                  <a:srgbClr val="FFFFFF"/>
                </a:solidFill>
              </a14:hiddenFill>
            </a:ext>
          </a:extLst>
        </p:spPr>
      </p:pic>
      <p:pic>
        <p:nvPicPr>
          <p:cNvPr id="71" name="Picture 2" descr="Monster Energy logo Fichier transparent | PNG Play">
            <a:extLst>
              <a:ext uri="{FF2B5EF4-FFF2-40B4-BE49-F238E27FC236}">
                <a16:creationId xmlns:a16="http://schemas.microsoft.com/office/drawing/2014/main" id="{0F7BA1EA-DC24-1C1D-C968-C4965E4ABB21}"/>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5388291" y="401632"/>
            <a:ext cx="404353" cy="55839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descr="Monster Energy logo Fichier transparent | PNG Play">
            <a:extLst>
              <a:ext uri="{FF2B5EF4-FFF2-40B4-BE49-F238E27FC236}">
                <a16:creationId xmlns:a16="http://schemas.microsoft.com/office/drawing/2014/main" id="{28042F53-7D25-676A-728F-DA8ABD43A5B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5388291" y="2376890"/>
            <a:ext cx="404353" cy="55839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 descr="Monster Energy logo Fichier transparent | PNG Play">
            <a:extLst>
              <a:ext uri="{FF2B5EF4-FFF2-40B4-BE49-F238E27FC236}">
                <a16:creationId xmlns:a16="http://schemas.microsoft.com/office/drawing/2014/main" id="{9CA8C742-2C30-A5BF-0D41-1B15D58A580D}"/>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5971420" y="2376890"/>
            <a:ext cx="404353" cy="558391"/>
          </a:xfrm>
          <a:prstGeom prst="rect">
            <a:avLst/>
          </a:prstGeom>
          <a:noFill/>
          <a:extLst>
            <a:ext uri="{909E8E84-426E-40DD-AFC4-6F175D3DCCD1}">
              <a14:hiddenFill xmlns:a14="http://schemas.microsoft.com/office/drawing/2010/main">
                <a:solidFill>
                  <a:srgbClr val="FFFFFF"/>
                </a:solidFill>
              </a14:hiddenFill>
            </a:ext>
          </a:extLst>
        </p:spPr>
      </p:pic>
      <p:sp>
        <p:nvSpPr>
          <p:cNvPr id="75" name="Elipse 167">
            <a:extLst>
              <a:ext uri="{FF2B5EF4-FFF2-40B4-BE49-F238E27FC236}">
                <a16:creationId xmlns:a16="http://schemas.microsoft.com/office/drawing/2014/main" id="{4C872384-F0EF-7CB9-B348-6E2F5C4EE0AC}"/>
              </a:ext>
            </a:extLst>
          </p:cNvPr>
          <p:cNvSpPr/>
          <p:nvPr/>
        </p:nvSpPr>
        <p:spPr>
          <a:xfrm rot="5400000">
            <a:off x="6393154" y="260609"/>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76" name="Elipse 167">
            <a:extLst>
              <a:ext uri="{FF2B5EF4-FFF2-40B4-BE49-F238E27FC236}">
                <a16:creationId xmlns:a16="http://schemas.microsoft.com/office/drawing/2014/main" id="{28D9CF8B-FD29-F01B-78EA-4F7357D2413C}"/>
              </a:ext>
            </a:extLst>
          </p:cNvPr>
          <p:cNvSpPr/>
          <p:nvPr/>
        </p:nvSpPr>
        <p:spPr>
          <a:xfrm rot="5400000">
            <a:off x="5285683" y="257616"/>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80" name="Elipse 167">
            <a:extLst>
              <a:ext uri="{FF2B5EF4-FFF2-40B4-BE49-F238E27FC236}">
                <a16:creationId xmlns:a16="http://schemas.microsoft.com/office/drawing/2014/main" id="{4CB7661D-9606-E7BA-3DA4-3419A7A34286}"/>
              </a:ext>
            </a:extLst>
          </p:cNvPr>
          <p:cNvSpPr/>
          <p:nvPr/>
        </p:nvSpPr>
        <p:spPr>
          <a:xfrm rot="5400000">
            <a:off x="6387604" y="2927250"/>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81" name="Elipse 167">
            <a:extLst>
              <a:ext uri="{FF2B5EF4-FFF2-40B4-BE49-F238E27FC236}">
                <a16:creationId xmlns:a16="http://schemas.microsoft.com/office/drawing/2014/main" id="{1DEB6D24-80C3-6463-AC41-4633BAD9A9F2}"/>
              </a:ext>
            </a:extLst>
          </p:cNvPr>
          <p:cNvSpPr/>
          <p:nvPr/>
        </p:nvSpPr>
        <p:spPr>
          <a:xfrm rot="5400000">
            <a:off x="5285683" y="2935281"/>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430286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CAAD208-81C4-57AB-BB80-8D32E02A4BF0}"/>
              </a:ext>
            </a:extLst>
          </p:cNvPr>
          <p:cNvGrpSpPr/>
          <p:nvPr/>
        </p:nvGrpSpPr>
        <p:grpSpPr>
          <a:xfrm>
            <a:off x="2051721" y="1687468"/>
            <a:ext cx="5040558" cy="2605626"/>
            <a:chOff x="3210518" y="1831482"/>
            <a:chExt cx="2722964" cy="2317598"/>
          </a:xfrm>
        </p:grpSpPr>
        <p:sp>
          <p:nvSpPr>
            <p:cNvPr id="460" name="Octagon 459">
              <a:extLst>
                <a:ext uri="{FF2B5EF4-FFF2-40B4-BE49-F238E27FC236}">
                  <a16:creationId xmlns:a16="http://schemas.microsoft.com/office/drawing/2014/main" id="{6854D305-2CE8-01B6-C1A2-7A890A658383}"/>
                </a:ext>
              </a:extLst>
            </p:cNvPr>
            <p:cNvSpPr/>
            <p:nvPr/>
          </p:nvSpPr>
          <p:spPr>
            <a:xfrm>
              <a:off x="3210518" y="1831482"/>
              <a:ext cx="2722964" cy="2317598"/>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1" name="Octagon 460">
              <a:extLst>
                <a:ext uri="{FF2B5EF4-FFF2-40B4-BE49-F238E27FC236}">
                  <a16:creationId xmlns:a16="http://schemas.microsoft.com/office/drawing/2014/main" id="{6A28A01D-317C-87DF-9C8C-E4C04C5BDAEE}"/>
                </a:ext>
              </a:extLst>
            </p:cNvPr>
            <p:cNvSpPr/>
            <p:nvPr/>
          </p:nvSpPr>
          <p:spPr>
            <a:xfrm>
              <a:off x="3864030" y="2407916"/>
              <a:ext cx="1415941" cy="1164733"/>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Rectangle 2">
            <a:extLst>
              <a:ext uri="{FF2B5EF4-FFF2-40B4-BE49-F238E27FC236}">
                <a16:creationId xmlns:a16="http://schemas.microsoft.com/office/drawing/2014/main" id="{55F7E0BF-A467-6DB5-95F4-2A917DDCD4DB}"/>
              </a:ext>
            </a:extLst>
          </p:cNvPr>
          <p:cNvSpPr/>
          <p:nvPr/>
        </p:nvSpPr>
        <p:spPr>
          <a:xfrm>
            <a:off x="1128958" y="1268760"/>
            <a:ext cx="6886084" cy="344304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C4DE2A39-CDE6-EA46-CA18-5909E86CE496}"/>
              </a:ext>
            </a:extLst>
          </p:cNvPr>
          <p:cNvCxnSpPr>
            <a:stCxn id="3" idx="0"/>
            <a:endCxn id="3" idx="2"/>
          </p:cNvCxnSpPr>
          <p:nvPr/>
        </p:nvCxnSpPr>
        <p:spPr>
          <a:xfrm>
            <a:off x="4572000" y="1268760"/>
            <a:ext cx="0" cy="34430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5872D49-122C-6CFB-62FB-7208B3981D07}"/>
              </a:ext>
            </a:extLst>
          </p:cNvPr>
          <p:cNvCxnSpPr>
            <a:cxnSpLocks/>
            <a:stCxn id="3" idx="1"/>
            <a:endCxn id="3" idx="3"/>
          </p:cNvCxnSpPr>
          <p:nvPr/>
        </p:nvCxnSpPr>
        <p:spPr>
          <a:xfrm>
            <a:off x="1128958" y="2990281"/>
            <a:ext cx="688608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C00D9DF-934E-6011-45BE-0B6E67C4F46B}"/>
              </a:ext>
            </a:extLst>
          </p:cNvPr>
          <p:cNvCxnSpPr/>
          <p:nvPr/>
        </p:nvCxnSpPr>
        <p:spPr>
          <a:xfrm>
            <a:off x="5882546" y="1052736"/>
            <a:ext cx="0" cy="410445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013746C3-9F34-54FA-A8D9-7F2CC3AFF96F}"/>
              </a:ext>
            </a:extLst>
          </p:cNvPr>
          <p:cNvSpPr txBox="1"/>
          <p:nvPr/>
        </p:nvSpPr>
        <p:spPr>
          <a:xfrm>
            <a:off x="5644340" y="683404"/>
            <a:ext cx="476412" cy="369332"/>
          </a:xfrm>
          <a:prstGeom prst="rect">
            <a:avLst/>
          </a:prstGeom>
          <a:noFill/>
        </p:spPr>
        <p:txBody>
          <a:bodyPr wrap="none" rtlCol="0">
            <a:spAutoFit/>
          </a:bodyPr>
          <a:lstStyle/>
          <a:p>
            <a:r>
              <a:rPr lang="en-US" dirty="0"/>
              <a:t>0.4</a:t>
            </a:r>
          </a:p>
        </p:txBody>
      </p:sp>
      <p:cxnSp>
        <p:nvCxnSpPr>
          <p:cNvPr id="20" name="Straight Connector 19">
            <a:extLst>
              <a:ext uri="{FF2B5EF4-FFF2-40B4-BE49-F238E27FC236}">
                <a16:creationId xmlns:a16="http://schemas.microsoft.com/office/drawing/2014/main" id="{03D32F61-2791-38C5-CF25-F0AA66AC8BAB}"/>
              </a:ext>
            </a:extLst>
          </p:cNvPr>
          <p:cNvCxnSpPr/>
          <p:nvPr/>
        </p:nvCxnSpPr>
        <p:spPr>
          <a:xfrm>
            <a:off x="5508104" y="778446"/>
            <a:ext cx="0" cy="410445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542713C-364F-0336-96D0-9F6DF59282D2}"/>
              </a:ext>
            </a:extLst>
          </p:cNvPr>
          <p:cNvSpPr txBox="1"/>
          <p:nvPr/>
        </p:nvSpPr>
        <p:spPr>
          <a:xfrm>
            <a:off x="5269898" y="409114"/>
            <a:ext cx="476412" cy="369332"/>
          </a:xfrm>
          <a:prstGeom prst="rect">
            <a:avLst/>
          </a:prstGeom>
          <a:noFill/>
        </p:spPr>
        <p:txBody>
          <a:bodyPr wrap="none" rtlCol="0">
            <a:spAutoFit/>
          </a:bodyPr>
          <a:lstStyle/>
          <a:p>
            <a:r>
              <a:rPr lang="en-US" dirty="0"/>
              <a:t>0.2</a:t>
            </a:r>
          </a:p>
        </p:txBody>
      </p:sp>
      <p:cxnSp>
        <p:nvCxnSpPr>
          <p:cNvPr id="22" name="Straight Connector 21">
            <a:extLst>
              <a:ext uri="{FF2B5EF4-FFF2-40B4-BE49-F238E27FC236}">
                <a16:creationId xmlns:a16="http://schemas.microsoft.com/office/drawing/2014/main" id="{BE95873F-810D-0980-4B8F-207CDD66D3BF}"/>
              </a:ext>
            </a:extLst>
          </p:cNvPr>
          <p:cNvCxnSpPr/>
          <p:nvPr/>
        </p:nvCxnSpPr>
        <p:spPr>
          <a:xfrm>
            <a:off x="3635897" y="778446"/>
            <a:ext cx="0" cy="410445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5463B6B2-34FF-C302-FDC5-2A115B634191}"/>
              </a:ext>
            </a:extLst>
          </p:cNvPr>
          <p:cNvSpPr txBox="1"/>
          <p:nvPr/>
        </p:nvSpPr>
        <p:spPr>
          <a:xfrm>
            <a:off x="3397691" y="409114"/>
            <a:ext cx="546945" cy="369332"/>
          </a:xfrm>
          <a:prstGeom prst="rect">
            <a:avLst/>
          </a:prstGeom>
          <a:noFill/>
        </p:spPr>
        <p:txBody>
          <a:bodyPr wrap="none" rtlCol="0">
            <a:spAutoFit/>
          </a:bodyPr>
          <a:lstStyle/>
          <a:p>
            <a:r>
              <a:rPr lang="en-US" dirty="0"/>
              <a:t>-0.2</a:t>
            </a:r>
          </a:p>
        </p:txBody>
      </p:sp>
      <p:cxnSp>
        <p:nvCxnSpPr>
          <p:cNvPr id="24" name="Straight Connector 23">
            <a:extLst>
              <a:ext uri="{FF2B5EF4-FFF2-40B4-BE49-F238E27FC236}">
                <a16:creationId xmlns:a16="http://schemas.microsoft.com/office/drawing/2014/main" id="{559BBCC7-5156-FC95-2523-B11089AB6CB5}"/>
              </a:ext>
            </a:extLst>
          </p:cNvPr>
          <p:cNvCxnSpPr/>
          <p:nvPr/>
        </p:nvCxnSpPr>
        <p:spPr>
          <a:xfrm>
            <a:off x="3253815" y="1052736"/>
            <a:ext cx="0" cy="410445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DB9A4B25-87CC-5A5C-555D-FCE2A925681D}"/>
              </a:ext>
            </a:extLst>
          </p:cNvPr>
          <p:cNvSpPr txBox="1"/>
          <p:nvPr/>
        </p:nvSpPr>
        <p:spPr>
          <a:xfrm>
            <a:off x="3015609" y="683404"/>
            <a:ext cx="546945" cy="369332"/>
          </a:xfrm>
          <a:prstGeom prst="rect">
            <a:avLst/>
          </a:prstGeom>
          <a:noFill/>
        </p:spPr>
        <p:txBody>
          <a:bodyPr wrap="none" rtlCol="0">
            <a:spAutoFit/>
          </a:bodyPr>
          <a:lstStyle/>
          <a:p>
            <a:r>
              <a:rPr lang="en-US" dirty="0"/>
              <a:t>-0.4</a:t>
            </a:r>
          </a:p>
        </p:txBody>
      </p:sp>
      <p:cxnSp>
        <p:nvCxnSpPr>
          <p:cNvPr id="26" name="Straight Connector 25">
            <a:extLst>
              <a:ext uri="{FF2B5EF4-FFF2-40B4-BE49-F238E27FC236}">
                <a16:creationId xmlns:a16="http://schemas.microsoft.com/office/drawing/2014/main" id="{2C2B664C-DFB8-82EC-73F1-A7B86777A227}"/>
              </a:ext>
            </a:extLst>
          </p:cNvPr>
          <p:cNvCxnSpPr>
            <a:cxnSpLocks/>
          </p:cNvCxnSpPr>
          <p:nvPr/>
        </p:nvCxnSpPr>
        <p:spPr>
          <a:xfrm flipH="1">
            <a:off x="755576" y="2346980"/>
            <a:ext cx="7424188"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024B304-FDA0-86BF-3770-021A75462AF5}"/>
              </a:ext>
            </a:extLst>
          </p:cNvPr>
          <p:cNvCxnSpPr>
            <a:cxnSpLocks/>
          </p:cNvCxnSpPr>
          <p:nvPr/>
        </p:nvCxnSpPr>
        <p:spPr>
          <a:xfrm flipH="1">
            <a:off x="1043608" y="2708920"/>
            <a:ext cx="7424188"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22924387-0665-407F-B258-9B46D34ACF90}"/>
              </a:ext>
            </a:extLst>
          </p:cNvPr>
          <p:cNvCxnSpPr>
            <a:cxnSpLocks/>
          </p:cNvCxnSpPr>
          <p:nvPr/>
        </p:nvCxnSpPr>
        <p:spPr>
          <a:xfrm flipH="1">
            <a:off x="755576" y="3645024"/>
            <a:ext cx="7424188"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96E51212-BDC7-DFF8-4C4D-E0E51D8173ED}"/>
              </a:ext>
            </a:extLst>
          </p:cNvPr>
          <p:cNvCxnSpPr>
            <a:cxnSpLocks/>
          </p:cNvCxnSpPr>
          <p:nvPr/>
        </p:nvCxnSpPr>
        <p:spPr>
          <a:xfrm flipH="1">
            <a:off x="1043608" y="3284984"/>
            <a:ext cx="7424188"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FABD41B0-6BE9-40BE-1D0E-3D5A9EF94AE3}"/>
              </a:ext>
            </a:extLst>
          </p:cNvPr>
          <p:cNvSpPr txBox="1"/>
          <p:nvPr/>
        </p:nvSpPr>
        <p:spPr>
          <a:xfrm>
            <a:off x="8179335" y="2158619"/>
            <a:ext cx="476412" cy="369332"/>
          </a:xfrm>
          <a:prstGeom prst="rect">
            <a:avLst/>
          </a:prstGeom>
          <a:noFill/>
        </p:spPr>
        <p:txBody>
          <a:bodyPr wrap="none" rtlCol="0">
            <a:spAutoFit/>
          </a:bodyPr>
          <a:lstStyle/>
          <a:p>
            <a:r>
              <a:rPr lang="en-US" dirty="0"/>
              <a:t>0.4</a:t>
            </a:r>
          </a:p>
        </p:txBody>
      </p:sp>
      <p:sp>
        <p:nvSpPr>
          <p:cNvPr id="33" name="TextBox 32">
            <a:extLst>
              <a:ext uri="{FF2B5EF4-FFF2-40B4-BE49-F238E27FC236}">
                <a16:creationId xmlns:a16="http://schemas.microsoft.com/office/drawing/2014/main" id="{CDC7749E-05D9-8E74-F4BC-027FD97A6A40}"/>
              </a:ext>
            </a:extLst>
          </p:cNvPr>
          <p:cNvSpPr txBox="1"/>
          <p:nvPr/>
        </p:nvSpPr>
        <p:spPr>
          <a:xfrm>
            <a:off x="8144068" y="3460358"/>
            <a:ext cx="546945" cy="369332"/>
          </a:xfrm>
          <a:prstGeom prst="rect">
            <a:avLst/>
          </a:prstGeom>
          <a:noFill/>
        </p:spPr>
        <p:txBody>
          <a:bodyPr wrap="none" rtlCol="0">
            <a:spAutoFit/>
          </a:bodyPr>
          <a:lstStyle/>
          <a:p>
            <a:r>
              <a:rPr lang="en-US" dirty="0"/>
              <a:t>-0.4</a:t>
            </a:r>
          </a:p>
        </p:txBody>
      </p:sp>
      <p:sp>
        <p:nvSpPr>
          <p:cNvPr id="34" name="TextBox 33">
            <a:extLst>
              <a:ext uri="{FF2B5EF4-FFF2-40B4-BE49-F238E27FC236}">
                <a16:creationId xmlns:a16="http://schemas.microsoft.com/office/drawing/2014/main" id="{7D01B5A3-46F4-DB21-EB8A-5EF37DC0AC0F}"/>
              </a:ext>
            </a:extLst>
          </p:cNvPr>
          <p:cNvSpPr txBox="1"/>
          <p:nvPr/>
        </p:nvSpPr>
        <p:spPr>
          <a:xfrm>
            <a:off x="8475436" y="3094722"/>
            <a:ext cx="546945" cy="369332"/>
          </a:xfrm>
          <a:prstGeom prst="rect">
            <a:avLst/>
          </a:prstGeom>
          <a:noFill/>
        </p:spPr>
        <p:txBody>
          <a:bodyPr wrap="none" rtlCol="0">
            <a:spAutoFit/>
          </a:bodyPr>
          <a:lstStyle/>
          <a:p>
            <a:r>
              <a:rPr lang="en-US" dirty="0"/>
              <a:t>-0.2</a:t>
            </a:r>
          </a:p>
        </p:txBody>
      </p:sp>
      <p:sp>
        <p:nvSpPr>
          <p:cNvPr id="35" name="TextBox 34">
            <a:extLst>
              <a:ext uri="{FF2B5EF4-FFF2-40B4-BE49-F238E27FC236}">
                <a16:creationId xmlns:a16="http://schemas.microsoft.com/office/drawing/2014/main" id="{07BD0B8C-19A5-DF5F-17B3-760477D0D554}"/>
              </a:ext>
            </a:extLst>
          </p:cNvPr>
          <p:cNvSpPr txBox="1"/>
          <p:nvPr/>
        </p:nvSpPr>
        <p:spPr>
          <a:xfrm>
            <a:off x="8467796" y="2534338"/>
            <a:ext cx="476412" cy="369332"/>
          </a:xfrm>
          <a:prstGeom prst="rect">
            <a:avLst/>
          </a:prstGeom>
          <a:noFill/>
        </p:spPr>
        <p:txBody>
          <a:bodyPr wrap="none" rtlCol="0">
            <a:spAutoFit/>
          </a:bodyPr>
          <a:lstStyle/>
          <a:p>
            <a:r>
              <a:rPr lang="en-US" dirty="0"/>
              <a:t>0.2</a:t>
            </a:r>
          </a:p>
        </p:txBody>
      </p:sp>
    </p:spTree>
    <p:extLst>
      <p:ext uri="{BB962C8B-B14F-4D97-AF65-F5344CB8AC3E}">
        <p14:creationId xmlns:p14="http://schemas.microsoft.com/office/powerpoint/2010/main" val="36176934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
        <p:cNvGrpSpPr/>
        <p:nvPr/>
      </p:nvGrpSpPr>
      <p:grpSpPr>
        <a:xfrm>
          <a:off x="0" y="0"/>
          <a:ext cx="0" cy="0"/>
          <a:chOff x="0" y="0"/>
          <a:chExt cx="0" cy="0"/>
        </a:xfrm>
      </p:grpSpPr>
      <p:sp>
        <p:nvSpPr>
          <p:cNvPr id="2" name="Retângulo 1"/>
          <p:cNvSpPr/>
          <p:nvPr/>
        </p:nvSpPr>
        <p:spPr>
          <a:xfrm>
            <a:off x="737404" y="768663"/>
            <a:ext cx="7651020" cy="5569384"/>
          </a:xfrm>
          <a:prstGeom prst="rect">
            <a:avLst/>
          </a:prstGeom>
          <a:solidFill>
            <a:schemeClr val="tx1"/>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8" name="Picture 17" descr="A picture containing text, crowd&#10;&#10;Description automatically generated">
            <a:extLst>
              <a:ext uri="{FF2B5EF4-FFF2-40B4-BE49-F238E27FC236}">
                <a16:creationId xmlns:a16="http://schemas.microsoft.com/office/drawing/2014/main" id="{51424F96-00A3-4D44-AB7E-61B1897052E3}"/>
              </a:ext>
            </a:extLst>
          </p:cNvPr>
          <p:cNvPicPr>
            <a:picLocks noChangeAspect="1"/>
          </p:cNvPicPr>
          <p:nvPr/>
        </p:nvPicPr>
        <p:blipFill rotWithShape="1">
          <a:blip r:embed="rId2">
            <a:alphaModFix amt="70000"/>
            <a:extLst>
              <a:ext uri="{28A0092B-C50C-407E-A947-70E740481C1C}">
                <a14:useLocalDpi xmlns:a14="http://schemas.microsoft.com/office/drawing/2010/main" val="0"/>
              </a:ext>
            </a:extLst>
          </a:blip>
          <a:srcRect l="11267" r="11090"/>
          <a:stretch/>
        </p:blipFill>
        <p:spPr>
          <a:xfrm>
            <a:off x="731520" y="768663"/>
            <a:ext cx="7651020" cy="5569384"/>
          </a:xfrm>
          <a:prstGeom prst="rect">
            <a:avLst/>
          </a:prstGeom>
        </p:spPr>
      </p:pic>
      <p:pic>
        <p:nvPicPr>
          <p:cNvPr id="24" name="Picture 23">
            <a:extLst>
              <a:ext uri="{FF2B5EF4-FFF2-40B4-BE49-F238E27FC236}">
                <a16:creationId xmlns:a16="http://schemas.microsoft.com/office/drawing/2014/main" id="{E2CCF713-73E9-3D44-8FBB-B5D42AAD68BC}"/>
              </a:ext>
            </a:extLst>
          </p:cNvPr>
          <p:cNvPicPr>
            <a:picLocks noChangeAspect="1"/>
          </p:cNvPicPr>
          <p:nvPr/>
        </p:nvPicPr>
        <p:blipFill rotWithShape="1">
          <a:blip r:embed="rId3"/>
          <a:srcRect b="18471"/>
          <a:stretch/>
        </p:blipFill>
        <p:spPr>
          <a:xfrm>
            <a:off x="611560" y="527537"/>
            <a:ext cx="7734618" cy="3931920"/>
          </a:xfrm>
          <a:prstGeom prst="rect">
            <a:avLst/>
          </a:prstGeom>
        </p:spPr>
      </p:pic>
      <p:sp>
        <p:nvSpPr>
          <p:cNvPr id="20" name="Rectangle 19">
            <a:extLst>
              <a:ext uri="{FF2B5EF4-FFF2-40B4-BE49-F238E27FC236}">
                <a16:creationId xmlns:a16="http://schemas.microsoft.com/office/drawing/2014/main" id="{A67F2CB0-B876-6E8D-E231-BC25AC8F2A01}"/>
              </a:ext>
            </a:extLst>
          </p:cNvPr>
          <p:cNvSpPr/>
          <p:nvPr/>
        </p:nvSpPr>
        <p:spPr>
          <a:xfrm>
            <a:off x="735938" y="4437112"/>
            <a:ext cx="7651019" cy="1900933"/>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aixaDeTexto 41"/>
          <p:cNvSpPr txBox="1"/>
          <p:nvPr/>
        </p:nvSpPr>
        <p:spPr>
          <a:xfrm>
            <a:off x="0" y="0"/>
            <a:ext cx="1471878" cy="253916"/>
          </a:xfrm>
          <a:prstGeom prst="rect">
            <a:avLst/>
          </a:prstGeom>
          <a:noFill/>
        </p:spPr>
        <p:txBody>
          <a:bodyPr wrap="none" rtlCol="0">
            <a:spAutoFit/>
          </a:bodyPr>
          <a:lstStyle/>
          <a:p>
            <a:r>
              <a:rPr lang="en-US" sz="1050" dirty="0">
                <a:latin typeface="Aharoni" panose="02010803020104030203" pitchFamily="2" charset="-79"/>
                <a:cs typeface="Aharoni" panose="02010803020104030203" pitchFamily="2" charset="-79"/>
              </a:rPr>
              <a:t>APPLICATION LOGO</a:t>
            </a:r>
          </a:p>
        </p:txBody>
      </p:sp>
      <p:sp>
        <p:nvSpPr>
          <p:cNvPr id="5" name="CaixaDeTexto 4"/>
          <p:cNvSpPr txBox="1"/>
          <p:nvPr/>
        </p:nvSpPr>
        <p:spPr>
          <a:xfrm>
            <a:off x="753600" y="4408653"/>
            <a:ext cx="7651020" cy="1107996"/>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tIns="0" bIns="0" rtlCol="0" anchor="ctr">
            <a:spAutoFit/>
          </a:bodyPr>
          <a:lstStyle/>
          <a:p>
            <a:pPr algn="ctr"/>
            <a:r>
              <a:rPr lang="pt-BR" sz="7200" b="1" dirty="0">
                <a:solidFill>
                  <a:schemeClr val="bg1"/>
                </a:solidFill>
                <a:latin typeface="Blue Highway D Type" panose="00000400000000000000" pitchFamily="2" charset="0"/>
                <a:ea typeface="Verdana" panose="020B0604030504040204" pitchFamily="34" charset="0"/>
                <a:cs typeface="Times New Roman" panose="02020603050405020304" pitchFamily="18" charset="0"/>
              </a:rPr>
              <a:t>UFC Calibrator </a:t>
            </a:r>
            <a:r>
              <a:rPr lang="pt-BR" sz="7200" b="1" dirty="0">
                <a:solidFill>
                  <a:srgbClr val="FFFF00"/>
                </a:solidFill>
                <a:latin typeface="Blue Highway D Type" panose="00000400000000000000" pitchFamily="2" charset="0"/>
                <a:ea typeface="Verdana" panose="020B0604030504040204" pitchFamily="34" charset="0"/>
                <a:cs typeface="Times New Roman" panose="02020603050405020304" pitchFamily="18" charset="0"/>
              </a:rPr>
              <a:t>0.0.2</a:t>
            </a:r>
            <a:endParaRPr lang="en-US" sz="7200" b="1" dirty="0">
              <a:solidFill>
                <a:srgbClr val="FFFF00"/>
              </a:solidFill>
              <a:latin typeface="Blue Highway D Type" panose="00000400000000000000" pitchFamily="2" charset="0"/>
              <a:ea typeface="Verdana" panose="020B0604030504040204" pitchFamily="34" charset="0"/>
              <a:cs typeface="Times New Roman" panose="02020603050405020304" pitchFamily="18" charset="0"/>
            </a:endParaRPr>
          </a:p>
        </p:txBody>
      </p:sp>
      <p:sp>
        <p:nvSpPr>
          <p:cNvPr id="6" name="Retângulo 5"/>
          <p:cNvSpPr/>
          <p:nvPr/>
        </p:nvSpPr>
        <p:spPr>
          <a:xfrm>
            <a:off x="1374115" y="5382370"/>
            <a:ext cx="6395769" cy="461665"/>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54000">
            <a:spAutoFit/>
          </a:bodyPr>
          <a:lstStyle/>
          <a:p>
            <a:pPr algn="ctr"/>
            <a:r>
              <a:rPr lang="en-US" sz="1200" dirty="0">
                <a:solidFill>
                  <a:schemeClr val="bg1"/>
                </a:solidFill>
                <a:latin typeface="Verdana" panose="020B0604030504040204" pitchFamily="34" charset="0"/>
                <a:ea typeface="Verdana" panose="020B0604030504040204" pitchFamily="34" charset="0"/>
                <a:cs typeface="Verdana" panose="020B0604030504040204" pitchFamily="34" charset="0"/>
              </a:rPr>
              <a:t>Carlos A. Dietrich, Kevin Prince, Bruno Wolf, </a:t>
            </a:r>
          </a:p>
          <a:p>
            <a:pPr algn="ctr"/>
            <a:r>
              <a:rPr lang="en-US" sz="1200" dirty="0">
                <a:solidFill>
                  <a:schemeClr val="bg1"/>
                </a:solidFill>
                <a:latin typeface="Verdana" panose="020B0604030504040204" pitchFamily="34" charset="0"/>
                <a:ea typeface="Verdana" panose="020B0604030504040204" pitchFamily="34" charset="0"/>
                <a:cs typeface="Verdana" panose="020B0604030504040204" pitchFamily="34" charset="0"/>
              </a:rPr>
              <a:t>Lawrence Borchardt, Anthony Waters</a:t>
            </a:r>
          </a:p>
        </p:txBody>
      </p:sp>
      <p:sp>
        <p:nvSpPr>
          <p:cNvPr id="49" name="Retângulo 48"/>
          <p:cNvSpPr/>
          <p:nvPr/>
        </p:nvSpPr>
        <p:spPr>
          <a:xfrm>
            <a:off x="768413" y="5838572"/>
            <a:ext cx="7621080" cy="461665"/>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54000" anchor="b">
            <a:spAutoFit/>
          </a:bodyPr>
          <a:lstStyle/>
          <a:p>
            <a:pPr algn="ctr"/>
            <a:r>
              <a:rPr lang="en-US" sz="800" dirty="0">
                <a:solidFill>
                  <a:schemeClr val="bg1"/>
                </a:solidFill>
                <a:latin typeface="Verdana" panose="020B0604030504040204" pitchFamily="34" charset="0"/>
                <a:ea typeface="Verdana" panose="020B0604030504040204" pitchFamily="34" charset="0"/>
                <a:cs typeface="Verdana" panose="020B0604030504040204" pitchFamily="34" charset="0"/>
              </a:rPr>
              <a:t>© 2019-2022 Disney Streaming Services Advanced Research, all rights reserved. </a:t>
            </a:r>
          </a:p>
          <a:p>
            <a:pPr algn="ctr"/>
            <a:r>
              <a:rPr lang="en-US" sz="800" dirty="0">
                <a:solidFill>
                  <a:schemeClr val="bg1"/>
                </a:solidFill>
                <a:latin typeface="Verdana" panose="020B0604030504040204" pitchFamily="34" charset="0"/>
                <a:ea typeface="Verdana" panose="020B0604030504040204" pitchFamily="34" charset="0"/>
                <a:cs typeface="Verdana" panose="020B0604030504040204" pitchFamily="34" charset="0"/>
              </a:rPr>
              <a:t>The information contained herein is proprietary to DSSAR and must not be disclosed to non-DSSAR personnel. The recipient of this app, by its retention and use, agrees to protect the information contained herein.</a:t>
            </a:r>
          </a:p>
        </p:txBody>
      </p:sp>
      <p:cxnSp>
        <p:nvCxnSpPr>
          <p:cNvPr id="11" name="Conector reto 10"/>
          <p:cNvCxnSpPr>
            <a:cxnSpLocks/>
          </p:cNvCxnSpPr>
          <p:nvPr/>
        </p:nvCxnSpPr>
        <p:spPr>
          <a:xfrm>
            <a:off x="731520" y="4437112"/>
            <a:ext cx="765102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0" name="Picture 9" descr="Logo&#10;&#10;Description automatically generated">
            <a:extLst>
              <a:ext uri="{FF2B5EF4-FFF2-40B4-BE49-F238E27FC236}">
                <a16:creationId xmlns:a16="http://schemas.microsoft.com/office/drawing/2014/main" id="{7BE3E5F6-815F-6F98-886F-125D4C69AEE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23038" y="924044"/>
            <a:ext cx="1183081" cy="977463"/>
          </a:xfrm>
          <a:prstGeom prst="rect">
            <a:avLst/>
          </a:prstGeom>
        </p:spPr>
      </p:pic>
      <p:pic>
        <p:nvPicPr>
          <p:cNvPr id="1026" name="Picture 2" descr="ESPN: Serving sports fans. Anytime. Anywhere.">
            <a:extLst>
              <a:ext uri="{FF2B5EF4-FFF2-40B4-BE49-F238E27FC236}">
                <a16:creationId xmlns:a16="http://schemas.microsoft.com/office/drawing/2014/main" id="{95DB2A79-FEC2-D431-1102-51B550CBEC70}"/>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475573" y="1234030"/>
            <a:ext cx="1745389" cy="357489"/>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18E38931-ED73-6A06-BFE6-5064AD245B9F}"/>
              </a:ext>
            </a:extLst>
          </p:cNvPr>
          <p:cNvSpPr/>
          <p:nvPr/>
        </p:nvSpPr>
        <p:spPr>
          <a:xfrm>
            <a:off x="731520" y="768661"/>
            <a:ext cx="7651020" cy="5569383"/>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590854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DD74886-1E1E-A677-D057-030ED1056FC5}"/>
              </a:ext>
            </a:extLst>
          </p:cNvPr>
          <p:cNvSpPr/>
          <p:nvPr/>
        </p:nvSpPr>
        <p:spPr>
          <a:xfrm>
            <a:off x="-2" y="1340767"/>
            <a:ext cx="9144001" cy="424847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picture containing text, crowd&#10;&#10;Description automatically generated">
            <a:extLst>
              <a:ext uri="{FF2B5EF4-FFF2-40B4-BE49-F238E27FC236}">
                <a16:creationId xmlns:a16="http://schemas.microsoft.com/office/drawing/2014/main" id="{D91D8058-83C9-FAE3-1147-2BE933834659}"/>
              </a:ext>
            </a:extLst>
          </p:cNvPr>
          <p:cNvPicPr>
            <a:picLocks noChangeAspect="1"/>
          </p:cNvPicPr>
          <p:nvPr/>
        </p:nvPicPr>
        <p:blipFill rotWithShape="1">
          <a:blip r:embed="rId2">
            <a:alphaModFix amt="40000"/>
            <a:extLst>
              <a:ext uri="{28A0092B-C50C-407E-A947-70E740481C1C}">
                <a14:useLocalDpi xmlns:a14="http://schemas.microsoft.com/office/drawing/2010/main" val="0"/>
              </a:ext>
            </a:extLst>
          </a:blip>
          <a:srcRect t="1064" b="17223"/>
          <a:stretch/>
        </p:blipFill>
        <p:spPr>
          <a:xfrm>
            <a:off x="-1" y="1340768"/>
            <a:ext cx="9144000" cy="4248472"/>
          </a:xfrm>
          <a:prstGeom prst="rect">
            <a:avLst/>
          </a:prstGeom>
        </p:spPr>
      </p:pic>
      <p:sp>
        <p:nvSpPr>
          <p:cNvPr id="2" name="CaixaDeTexto 1"/>
          <p:cNvSpPr txBox="1"/>
          <p:nvPr/>
        </p:nvSpPr>
        <p:spPr>
          <a:xfrm>
            <a:off x="2172946" y="3244333"/>
            <a:ext cx="4798108" cy="646331"/>
          </a:xfrm>
          <a:prstGeom prst="rect">
            <a:avLst/>
          </a:prstGeom>
          <a:noFill/>
        </p:spPr>
        <p:txBody>
          <a:bodyPr wrap="none" rtlCol="0">
            <a:spAutoFit/>
          </a:bodyPr>
          <a:lstStyle/>
          <a:p>
            <a:pPr algn="ctr"/>
            <a:r>
              <a:rPr lang="en-US" dirty="0">
                <a:solidFill>
                  <a:schemeClr val="bg1"/>
                </a:solidFill>
                <a:latin typeface="Aharoni" panose="02010803020104030203" pitchFamily="2" charset="-79"/>
                <a:cs typeface="Aharoni" panose="02010803020104030203" pitchFamily="2" charset="-79"/>
              </a:rPr>
              <a:t>WELCOME TO THE UFC CALIBRATION TOOL</a:t>
            </a:r>
          </a:p>
          <a:p>
            <a:pPr algn="ctr"/>
            <a:r>
              <a:rPr lang="en-US" dirty="0">
                <a:solidFill>
                  <a:schemeClr val="bg1"/>
                </a:solidFill>
                <a:latin typeface="Aharoni" panose="02010803020104030203" pitchFamily="2" charset="-79"/>
                <a:cs typeface="Aharoni" panose="02010803020104030203" pitchFamily="2" charset="-79"/>
              </a:rPr>
              <a:t>(this tool is a work in progress)</a:t>
            </a:r>
          </a:p>
        </p:txBody>
      </p:sp>
      <p:sp>
        <p:nvSpPr>
          <p:cNvPr id="6" name="Retângulo 5"/>
          <p:cNvSpPr/>
          <p:nvPr/>
        </p:nvSpPr>
        <p:spPr>
          <a:xfrm>
            <a:off x="-108519" y="-1"/>
            <a:ext cx="9361040" cy="1340769"/>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etângulo 11"/>
          <p:cNvSpPr/>
          <p:nvPr/>
        </p:nvSpPr>
        <p:spPr>
          <a:xfrm>
            <a:off x="-107944" y="5589241"/>
            <a:ext cx="9361040" cy="136815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etângulo 12"/>
          <p:cNvSpPr/>
          <p:nvPr/>
        </p:nvSpPr>
        <p:spPr>
          <a:xfrm>
            <a:off x="1513" y="0"/>
            <a:ext cx="2719014" cy="523220"/>
          </a:xfrm>
          <a:prstGeom prst="rect">
            <a:avLst/>
          </a:prstGeom>
        </p:spPr>
        <p:txBody>
          <a:bodyPr wrap="none">
            <a:spAutoFit/>
          </a:bodyPr>
          <a:lstStyle/>
          <a:p>
            <a:pPr lvl="0"/>
            <a:r>
              <a:rPr lang="en-US" sz="2800" dirty="0">
                <a:solidFill>
                  <a:prstClr val="black"/>
                </a:solidFill>
                <a:latin typeface="Aharoni" panose="02010803020104030203" pitchFamily="2" charset="-79"/>
                <a:cs typeface="Aharoni" panose="02010803020104030203" pitchFamily="2" charset="-79"/>
              </a:rPr>
              <a:t>BACKGROUND</a:t>
            </a:r>
          </a:p>
        </p:txBody>
      </p:sp>
    </p:spTree>
    <p:extLst>
      <p:ext uri="{BB962C8B-B14F-4D97-AF65-F5344CB8AC3E}">
        <p14:creationId xmlns:p14="http://schemas.microsoft.com/office/powerpoint/2010/main" val="18464749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F50A6CB6-E253-6C2F-F397-912E3825D535}"/>
              </a:ext>
            </a:extLst>
          </p:cNvPr>
          <p:cNvPicPr>
            <a:picLocks noChangeAspect="1"/>
          </p:cNvPicPr>
          <p:nvPr/>
        </p:nvPicPr>
        <p:blipFill>
          <a:blip r:embed="rId2"/>
          <a:stretch>
            <a:fillRect/>
          </a:stretch>
        </p:blipFill>
        <p:spPr>
          <a:xfrm>
            <a:off x="498661" y="1221090"/>
            <a:ext cx="8164684" cy="4380013"/>
          </a:xfrm>
          <a:prstGeom prst="rect">
            <a:avLst/>
          </a:prstGeom>
        </p:spPr>
      </p:pic>
      <p:sp>
        <p:nvSpPr>
          <p:cNvPr id="3" name="Retângulo 2"/>
          <p:cNvSpPr/>
          <p:nvPr/>
        </p:nvSpPr>
        <p:spPr>
          <a:xfrm>
            <a:off x="1801416" y="1938757"/>
            <a:ext cx="2338535" cy="629416"/>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available calibration markers. The dot in the icon indicates the target position of the marker.</a:t>
            </a:r>
            <a:endParaRPr lang="en-US" sz="1200" b="1" dirty="0">
              <a:solidFill>
                <a:srgbClr val="C00000"/>
              </a:solidFill>
              <a:latin typeface="Cabin" panose="020B0803050202020004" pitchFamily="34" charset="0"/>
            </a:endParaRPr>
          </a:p>
        </p:txBody>
      </p:sp>
      <p:sp>
        <p:nvSpPr>
          <p:cNvPr id="4" name="Fluxograma: Mesclar 3"/>
          <p:cNvSpPr/>
          <p:nvPr/>
        </p:nvSpPr>
        <p:spPr>
          <a:xfrm rot="5400000">
            <a:off x="1402067" y="2199459"/>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tângulo 4"/>
          <p:cNvSpPr/>
          <p:nvPr/>
        </p:nvSpPr>
        <p:spPr>
          <a:xfrm>
            <a:off x="527057" y="3588147"/>
            <a:ext cx="1931105" cy="992982"/>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en-US" sz="1200" b="1" dirty="0">
                <a:solidFill>
                  <a:srgbClr val="C00000"/>
                </a:solidFill>
                <a:latin typeface="Cabin" panose="020B0803050202020004" pitchFamily="34" charset="0"/>
              </a:rPr>
              <a:t>The two calibration modes, one to align the layout to the scene (“initialization”), one to refine the alignment (“refinement”)</a:t>
            </a:r>
          </a:p>
        </p:txBody>
      </p:sp>
      <p:sp>
        <p:nvSpPr>
          <p:cNvPr id="6" name="Fluxograma: Mesclar 5"/>
          <p:cNvSpPr/>
          <p:nvPr/>
        </p:nvSpPr>
        <p:spPr>
          <a:xfrm rot="10800000">
            <a:off x="1240582" y="3418191"/>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tângulo 9"/>
          <p:cNvSpPr/>
          <p:nvPr/>
        </p:nvSpPr>
        <p:spPr>
          <a:xfrm>
            <a:off x="1799692" y="2684581"/>
            <a:ext cx="2501832" cy="711880"/>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trigger of the calibration improvement. Click as many times as you want, and every time a marker position is changed</a:t>
            </a:r>
            <a:endParaRPr lang="en-US" sz="1200" b="1" dirty="0">
              <a:solidFill>
                <a:schemeClr val="tx2">
                  <a:lumMod val="60000"/>
                  <a:lumOff val="40000"/>
                </a:schemeClr>
              </a:solidFill>
              <a:latin typeface="Cabin" panose="020B0803050202020004" pitchFamily="34" charset="0"/>
            </a:endParaRPr>
          </a:p>
        </p:txBody>
      </p:sp>
      <p:sp>
        <p:nvSpPr>
          <p:cNvPr id="11" name="Fluxograma: Mesclar 10"/>
          <p:cNvSpPr/>
          <p:nvPr/>
        </p:nvSpPr>
        <p:spPr>
          <a:xfrm rot="5400000">
            <a:off x="1421650" y="2986515"/>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tângulo 11"/>
          <p:cNvSpPr/>
          <p:nvPr/>
        </p:nvSpPr>
        <p:spPr>
          <a:xfrm>
            <a:off x="3622756" y="4259012"/>
            <a:ext cx="3063083" cy="779040"/>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octagon layout, which should be aligned to the scene (especially the inner octagon), and with the main logo oriented in the same way as the actual logo in the arena.</a:t>
            </a:r>
            <a:endParaRPr lang="en-US" sz="1200" b="1" dirty="0">
              <a:solidFill>
                <a:schemeClr val="tx2">
                  <a:lumMod val="60000"/>
                  <a:lumOff val="40000"/>
                </a:schemeClr>
              </a:solidFill>
              <a:latin typeface="Cabin" panose="020B0803050202020004" pitchFamily="34" charset="0"/>
            </a:endParaRPr>
          </a:p>
        </p:txBody>
      </p:sp>
      <p:sp>
        <p:nvSpPr>
          <p:cNvPr id="13" name="Fluxograma: Mesclar 12"/>
          <p:cNvSpPr/>
          <p:nvPr/>
        </p:nvSpPr>
        <p:spPr>
          <a:xfrm rot="5400000">
            <a:off x="3214441" y="4594526"/>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tângulo de cantos arredondados 17"/>
          <p:cNvSpPr/>
          <p:nvPr/>
        </p:nvSpPr>
        <p:spPr>
          <a:xfrm>
            <a:off x="2636349" y="5805264"/>
            <a:ext cx="3840602" cy="261610"/>
          </a:xfrm>
          <a:prstGeom prst="roundRect">
            <a:avLst/>
          </a:prstGeom>
          <a:solidFill>
            <a:srgbClr val="FFFF00"/>
          </a:solidFill>
          <a:ln w="3175">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sz="1200" dirty="0">
                <a:solidFill>
                  <a:prstClr val="black"/>
                </a:solidFill>
                <a:latin typeface="Cabin" panose="020B0803050202020004" pitchFamily="34" charset="0"/>
              </a:rPr>
              <a:t>(you can close this window by clicking on top of it)</a:t>
            </a:r>
          </a:p>
        </p:txBody>
      </p:sp>
      <p:sp>
        <p:nvSpPr>
          <p:cNvPr id="16" name="Retângulo de cantos arredondados 15"/>
          <p:cNvSpPr/>
          <p:nvPr/>
        </p:nvSpPr>
        <p:spPr>
          <a:xfrm>
            <a:off x="3188498" y="548680"/>
            <a:ext cx="2736304" cy="369332"/>
          </a:xfrm>
          <a:prstGeom prst="roundRect">
            <a:avLst/>
          </a:prstGeom>
          <a:solidFill>
            <a:srgbClr val="FFFF00"/>
          </a:solidFill>
          <a:ln w="3175">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b="1" dirty="0">
                <a:solidFill>
                  <a:prstClr val="black"/>
                </a:solidFill>
                <a:latin typeface="Cabin" panose="020B0803050202020004" pitchFamily="34" charset="0"/>
              </a:rPr>
              <a:t>UFC Calibrator cheat sheet</a:t>
            </a:r>
          </a:p>
        </p:txBody>
      </p:sp>
      <p:sp>
        <p:nvSpPr>
          <p:cNvPr id="2" name="Retângulo 2">
            <a:extLst>
              <a:ext uri="{FF2B5EF4-FFF2-40B4-BE49-F238E27FC236}">
                <a16:creationId xmlns:a16="http://schemas.microsoft.com/office/drawing/2014/main" id="{3043F959-1FDE-A151-1654-1BADED1C9B80}"/>
              </a:ext>
            </a:extLst>
          </p:cNvPr>
          <p:cNvSpPr/>
          <p:nvPr/>
        </p:nvSpPr>
        <p:spPr>
          <a:xfrm>
            <a:off x="3347864" y="1315893"/>
            <a:ext cx="2338535" cy="504056"/>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overall calibraiton quality, which should be above 90%.</a:t>
            </a:r>
            <a:endParaRPr lang="en-US" sz="1200" b="1" dirty="0">
              <a:solidFill>
                <a:srgbClr val="C00000"/>
              </a:solidFill>
              <a:latin typeface="Cabin" panose="020B0803050202020004" pitchFamily="34" charset="0"/>
            </a:endParaRPr>
          </a:p>
        </p:txBody>
      </p:sp>
      <p:sp>
        <p:nvSpPr>
          <p:cNvPr id="7" name="Fluxograma: Mesclar 3">
            <a:extLst>
              <a:ext uri="{FF2B5EF4-FFF2-40B4-BE49-F238E27FC236}">
                <a16:creationId xmlns:a16="http://schemas.microsoft.com/office/drawing/2014/main" id="{58F79ABA-3513-2A27-235E-F605AC976672}"/>
              </a:ext>
            </a:extLst>
          </p:cNvPr>
          <p:cNvSpPr/>
          <p:nvPr/>
        </p:nvSpPr>
        <p:spPr>
          <a:xfrm rot="5400000">
            <a:off x="2948515" y="1513915"/>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tângulo 9">
            <a:extLst>
              <a:ext uri="{FF2B5EF4-FFF2-40B4-BE49-F238E27FC236}">
                <a16:creationId xmlns:a16="http://schemas.microsoft.com/office/drawing/2014/main" id="{E9FF015D-C100-9102-FA81-D60BB53301AE}"/>
              </a:ext>
            </a:extLst>
          </p:cNvPr>
          <p:cNvSpPr/>
          <p:nvPr/>
        </p:nvSpPr>
        <p:spPr>
          <a:xfrm>
            <a:off x="5141507" y="2072451"/>
            <a:ext cx="3138905" cy="1220098"/>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calibration makers. Notice the quality (top) and the name (bottom) of each marker, which should be above 90% and correspond to the actual octagon, respectively. The red bar is a suggestion on how the marker may be moved to improve the (current) calibration.</a:t>
            </a:r>
            <a:endParaRPr lang="en-US" sz="1200" b="1" dirty="0">
              <a:solidFill>
                <a:schemeClr val="tx2">
                  <a:lumMod val="60000"/>
                  <a:lumOff val="40000"/>
                </a:schemeClr>
              </a:solidFill>
              <a:latin typeface="Cabin" panose="020B0803050202020004" pitchFamily="34" charset="0"/>
            </a:endParaRPr>
          </a:p>
        </p:txBody>
      </p:sp>
      <p:sp>
        <p:nvSpPr>
          <p:cNvPr id="17" name="Fluxograma: Mesclar 10">
            <a:extLst>
              <a:ext uri="{FF2B5EF4-FFF2-40B4-BE49-F238E27FC236}">
                <a16:creationId xmlns:a16="http://schemas.microsoft.com/office/drawing/2014/main" id="{9A8FDAF7-BDDA-8068-3B22-5C8147961DD9}"/>
              </a:ext>
            </a:extLst>
          </p:cNvPr>
          <p:cNvSpPr/>
          <p:nvPr/>
        </p:nvSpPr>
        <p:spPr>
          <a:xfrm rot="5400000">
            <a:off x="4763466" y="2628494"/>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407334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4B8EC03-122F-DB50-4288-E24D7016D367}"/>
              </a:ext>
            </a:extLst>
          </p:cNvPr>
          <p:cNvPicPr>
            <a:picLocks noChangeAspect="1"/>
          </p:cNvPicPr>
          <p:nvPr/>
        </p:nvPicPr>
        <p:blipFill>
          <a:blip r:embed="rId2"/>
          <a:stretch>
            <a:fillRect/>
          </a:stretch>
        </p:blipFill>
        <p:spPr>
          <a:xfrm>
            <a:off x="0" y="976312"/>
            <a:ext cx="9144000" cy="4905375"/>
          </a:xfrm>
          <a:prstGeom prst="rect">
            <a:avLst/>
          </a:prstGeom>
        </p:spPr>
      </p:pic>
      <p:pic>
        <p:nvPicPr>
          <p:cNvPr id="5" name="Picture 4" descr="A picture containing text, book&#10;&#10;Description automatically generated">
            <a:extLst>
              <a:ext uri="{FF2B5EF4-FFF2-40B4-BE49-F238E27FC236}">
                <a16:creationId xmlns:a16="http://schemas.microsoft.com/office/drawing/2014/main" id="{5C66FF3B-208C-641F-0E71-1688F76B3D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4052" y="2082213"/>
            <a:ext cx="3635896" cy="2693572"/>
          </a:xfrm>
          <a:prstGeom prst="rect">
            <a:avLst/>
          </a:prstGeom>
        </p:spPr>
      </p:pic>
    </p:spTree>
    <p:extLst>
      <p:ext uri="{BB962C8B-B14F-4D97-AF65-F5344CB8AC3E}">
        <p14:creationId xmlns:p14="http://schemas.microsoft.com/office/powerpoint/2010/main" val="925424427"/>
      </p:ext>
    </p:extLst>
  </p:cSld>
  <p:clrMapOvr>
    <a:masterClrMapping/>
  </p:clrMapOvr>
</p:sld>
</file>

<file path=ppt/theme/theme1.xml><?xml version="1.0" encoding="utf-8"?>
<a:theme xmlns:a="http://schemas.openxmlformats.org/drawingml/2006/main" name="Tema do Office">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14005</TotalTime>
  <Words>282</Words>
  <Application>Microsoft Office PowerPoint</Application>
  <PresentationFormat>On-screen Show (4:3)</PresentationFormat>
  <Paragraphs>25</Paragraphs>
  <Slides>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Aharoni</vt:lpstr>
      <vt:lpstr>Arial</vt:lpstr>
      <vt:lpstr>Blue Highway D Type</vt:lpstr>
      <vt:lpstr>Cabin</vt:lpstr>
      <vt:lpstr>Calibri</vt:lpstr>
      <vt:lpstr>Verdana</vt:lpstr>
      <vt:lpstr>Tema do Office</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Dietrich</dc:creator>
  <cp:lastModifiedBy>Carlos Dietrich</cp:lastModifiedBy>
  <cp:revision>62</cp:revision>
  <dcterms:created xsi:type="dcterms:W3CDTF">2015-11-17T21:27:19Z</dcterms:created>
  <dcterms:modified xsi:type="dcterms:W3CDTF">2022-09-29T14:02:22Z</dcterms:modified>
</cp:coreProperties>
</file>
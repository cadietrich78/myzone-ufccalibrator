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7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80" d="100"/>
          <a:sy n="80" d="100"/>
        </p:scale>
        <p:origin x="710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20C9FF-58B4-96F8-5CF0-56EA61231AE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8518EF2-35B0-DA62-7963-9B046F11F2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3C90F2-48E3-C2AB-0748-D3302CA109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CCD905-0181-4D8C-950E-363B15A3AAFF}" type="datetimeFigureOut">
              <a:rPr lang="en-US" smtClean="0"/>
              <a:t>8/28/2022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F328BC-0E29-FD6D-AEAF-026D585433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35F8AD-8FB0-257B-54E8-89E16D721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EC6815-D029-4575-9AC4-1D3248E4B4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13354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B3F54C-1722-6350-BFCF-97B2916383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54011B-80A9-E6FE-6A57-180FDD9555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7DA6EE-27B2-F470-6E6C-2F0EFB8724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CCD905-0181-4D8C-950E-363B15A3AAFF}" type="datetimeFigureOut">
              <a:rPr lang="en-US" smtClean="0"/>
              <a:t>8/28/2022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B2066F-5961-9F59-28A0-F9E324776A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D02DBF-B5E2-003F-92A4-D0ED31DF6E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EC6815-D029-4575-9AC4-1D3248E4B4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03124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FF7632-DDDE-5BF6-A193-B4C55E644D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45462E-CF10-3E17-7D1D-D30D2B5AFC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A52736-3E2C-383D-2C26-48ECDFF275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CCD905-0181-4D8C-950E-363B15A3AAFF}" type="datetimeFigureOut">
              <a:rPr lang="en-US" smtClean="0"/>
              <a:t>8/28/2022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9D8CA3-1D94-88C2-CF92-EA00E40680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D2C47D-1994-6A3C-6B49-BED442F4CC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EC6815-D029-4575-9AC4-1D3248E4B4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1928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F03C4F-DDBB-7360-BBA8-F2E00A0BDF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899F46-4259-A194-0A90-F94AD856C64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7FF017-7B90-391B-63DD-A32D651069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339E208-8D4D-E468-E2FD-4E8B46E186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CCD905-0181-4D8C-950E-363B15A3AAFF}" type="datetimeFigureOut">
              <a:rPr lang="en-US" smtClean="0"/>
              <a:t>8/28/2022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BE031C9-5FD4-7A41-F36E-6D714914CB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63B516-CC19-EAC3-7901-B3E29BE3E3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EC6815-D029-4575-9AC4-1D3248E4B4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05481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DD1DB9-894E-A5BC-D396-04175EBB49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461E147-7B34-A273-8F64-9FC5EB0CFF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5465AC-7F3F-3823-3ED4-05D7BDB6AE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B2A232B-1A17-5E4C-A4BA-60C01E7C122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472FA33-9135-8BD8-C88D-A08388A9FB5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F90BDD0-AFA4-7936-12F4-49751A9C70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CCD905-0181-4D8C-950E-363B15A3AAFF}" type="datetimeFigureOut">
              <a:rPr lang="en-US" smtClean="0"/>
              <a:t>8/28/2022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0AF6795-0F28-391A-A386-1C9B3827DC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AACB5A4-B035-EA32-5F9A-4FEA803BC0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EC6815-D029-4575-9AC4-1D3248E4B4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79029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71F5C3-AAB8-2D05-A033-7343F420E0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EB368D3-A380-46FB-97E7-9B6137AB3A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CCD905-0181-4D8C-950E-363B15A3AAFF}" type="datetimeFigureOut">
              <a:rPr lang="en-US" smtClean="0"/>
              <a:t>8/28/2022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FDD0C2-F1B1-CB4A-3510-F2E42D41DD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4D07E8A-9506-092A-5E36-C289EA9F0D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EC6815-D029-4575-9AC4-1D3248E4B4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05607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D37D786-B934-E07B-A9DC-25D76A3E79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CCD905-0181-4D8C-950E-363B15A3AAFF}" type="datetimeFigureOut">
              <a:rPr lang="en-US" smtClean="0"/>
              <a:t>8/28/2022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39D0694-5B9D-F298-68C8-BD3174940C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E34C69-3167-F175-5110-D66FCDD879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EC6815-D029-4575-9AC4-1D3248E4B4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97147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13D700-0E1C-846B-8071-AEB2C1EAE0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37E9AD-D7EF-0070-AA12-61181817BE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B774B29-3AD6-DA10-654C-61454B9EB3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4421B52-6430-AAE6-23FD-C7164D4801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CCD905-0181-4D8C-950E-363B15A3AAFF}" type="datetimeFigureOut">
              <a:rPr lang="en-US" smtClean="0"/>
              <a:t>8/28/2022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77C347-9C5B-C3C2-908B-5C800EDF6E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488A935-D2C6-DDB3-2D89-9B132A62D4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EC6815-D029-4575-9AC4-1D3248E4B4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57571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DC3D71-19D3-33BD-6769-AD206F0383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6DAEEFD-738C-676E-147B-FF74EED54E3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763B05B-E990-7C5B-D248-B03879AC36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4DDFDB1-A6BF-E919-1C0B-A57613E696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CCD905-0181-4D8C-950E-363B15A3AAFF}" type="datetimeFigureOut">
              <a:rPr lang="en-US" smtClean="0"/>
              <a:t>8/28/2022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9ABE51-D037-F910-ACE7-035503541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A79E0A9-74DA-E965-F864-5BC452F613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EC6815-D029-4575-9AC4-1D3248E4B4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15400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89A183-DDA2-E8AB-BF2C-A340E44306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6C37DF6-1CDF-F0B4-7E18-9548A022A6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33DAE5-9882-EACC-725E-00E4398FC3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CCD905-0181-4D8C-950E-363B15A3AAFF}" type="datetimeFigureOut">
              <a:rPr lang="en-US" smtClean="0"/>
              <a:t>8/28/2022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B2C27D-06AB-382C-2C59-D58C4161AA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A5FC67-5982-96D0-FBDE-BC06F4B178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EC6815-D029-4575-9AC4-1D3248E4B4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07475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3353EC6-0873-4B76-B217-B2CA070B24A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ACB35C7-5C87-54F3-EE0E-81DFD078DE3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5C64EE-BFFC-0044-6AD9-927F65B5EB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CCD905-0181-4D8C-950E-363B15A3AAFF}" type="datetimeFigureOut">
              <a:rPr lang="en-US" smtClean="0"/>
              <a:t>8/28/2022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E420A3-C3F6-69EB-A6E1-1C46337942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8DD771-930B-DCBF-3E7B-1037A60EC5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EC6815-D029-4575-9AC4-1D3248E4B4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20633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8BC0127-E0DA-D508-DE5D-9F678F58F9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494CDD-9813-8BCE-E3D7-D811A6F29B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B97791-9F21-0935-F5FC-C3313695F45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CCD905-0181-4D8C-950E-363B15A3AAFF}" type="datetimeFigureOut">
              <a:rPr lang="en-US" smtClean="0"/>
              <a:t>8/28/2022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2FB036-4B99-CEC3-5D29-B6EDAE13F4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C2A849-CA0A-035A-40D9-D31ED51A8F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EEC6815-D029-4575-9AC4-1D3248E4B4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97736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Group 26">
            <a:extLst>
              <a:ext uri="{FF2B5EF4-FFF2-40B4-BE49-F238E27FC236}">
                <a16:creationId xmlns:a16="http://schemas.microsoft.com/office/drawing/2014/main" id="{4488F96D-602F-4006-97C6-2A1F9E53D0A0}"/>
              </a:ext>
            </a:extLst>
          </p:cNvPr>
          <p:cNvGrpSpPr/>
          <p:nvPr/>
        </p:nvGrpSpPr>
        <p:grpSpPr>
          <a:xfrm>
            <a:off x="1685413" y="377687"/>
            <a:ext cx="3588164" cy="1819783"/>
            <a:chOff x="7032104" y="1807878"/>
            <a:chExt cx="4752528" cy="1834120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6011BA80-D6BA-4B17-AE81-9CF19CB1E097}"/>
                </a:ext>
              </a:extLst>
            </p:cNvPr>
            <p:cNvSpPr/>
            <p:nvPr/>
          </p:nvSpPr>
          <p:spPr>
            <a:xfrm>
              <a:off x="7032104" y="2060850"/>
              <a:ext cx="4752528" cy="1581148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000" dirty="0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void </a:t>
              </a:r>
              <a:r>
                <a:rPr lang="en-US" sz="1000" dirty="0" err="1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SetMaximumNumberOfIterations</a:t>
              </a:r>
              <a:r>
                <a:rPr lang="en-US" sz="1000" dirty="0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(…)</a:t>
              </a:r>
            </a:p>
            <a:p>
              <a:r>
                <a:rPr lang="en-US" sz="1000" dirty="0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void </a:t>
              </a:r>
              <a:r>
                <a:rPr lang="en-US" sz="1000" dirty="0" err="1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SetMaximumNumberOfStagnateIterations</a:t>
              </a:r>
              <a:r>
                <a:rPr lang="en-US" sz="1000" dirty="0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(…)</a:t>
              </a:r>
            </a:p>
            <a:p>
              <a:r>
                <a:rPr lang="en-US" sz="1000" dirty="0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void </a:t>
              </a:r>
              <a:r>
                <a:rPr lang="en-US" sz="1000" dirty="0" err="1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SetCandidatePinholeCameraArray</a:t>
              </a:r>
              <a:r>
                <a:rPr lang="en-US" sz="1000" dirty="0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(…)</a:t>
              </a:r>
            </a:p>
            <a:p>
              <a:r>
                <a:rPr lang="en-US" sz="1000" dirty="0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void Start()</a:t>
              </a:r>
            </a:p>
            <a:p>
              <a:r>
                <a:rPr lang="en-US" sz="1000" dirty="0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void </a:t>
              </a:r>
              <a:r>
                <a:rPr lang="en-US" sz="1000" dirty="0" err="1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DoWork</a:t>
              </a:r>
              <a:r>
                <a:rPr lang="en-US" sz="1000" dirty="0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()</a:t>
              </a:r>
            </a:p>
            <a:p>
              <a:r>
                <a:rPr lang="en-US" sz="1000" dirty="0" err="1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CSketchMarkerGroup</a:t>
              </a:r>
              <a:r>
                <a:rPr lang="en-US" sz="1000" dirty="0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r>
                <a:rPr lang="en-US" sz="1000" dirty="0" err="1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GetMarkerGroup</a:t>
              </a:r>
              <a:r>
                <a:rPr lang="en-US" sz="1000" dirty="0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()</a:t>
              </a:r>
            </a:p>
            <a:p>
              <a:r>
                <a:rPr lang="en-US" sz="1000" dirty="0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void </a:t>
              </a:r>
              <a:r>
                <a:rPr lang="en-US" sz="1000" dirty="0" err="1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SetMarkerGroup</a:t>
              </a:r>
              <a:r>
                <a:rPr lang="en-US" sz="1000" dirty="0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(…)</a:t>
              </a:r>
            </a:p>
            <a:p>
              <a:r>
                <a:rPr lang="en-US" sz="1000" dirty="0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CPinholeCamera2 </a:t>
              </a:r>
              <a:r>
                <a:rPr lang="en-US" sz="1000" dirty="0" err="1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GetPinholeCamera</a:t>
              </a:r>
              <a:r>
                <a:rPr lang="en-US" sz="1000" dirty="0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()</a:t>
              </a:r>
            </a:p>
            <a:p>
              <a:r>
                <a:rPr lang="en-US" sz="1000" dirty="0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bool </a:t>
              </a:r>
              <a:r>
                <a:rPr lang="en-US" sz="1000" dirty="0" err="1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IsReady</a:t>
              </a:r>
              <a:r>
                <a:rPr lang="en-US" sz="1000" dirty="0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()</a:t>
              </a: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DF506BEC-1021-4AB0-ABCD-25B04ED71778}"/>
                </a:ext>
              </a:extLst>
            </p:cNvPr>
            <p:cNvSpPr/>
            <p:nvPr/>
          </p:nvSpPr>
          <p:spPr>
            <a:xfrm>
              <a:off x="7032104" y="1807878"/>
              <a:ext cx="4752528" cy="252970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b="1" dirty="0" err="1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CCalibrationAsynchronousWorker</a:t>
              </a:r>
              <a:endParaRPr lang="en-US" sz="12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5B227443-DCF8-4F34-8D67-71317C815065}"/>
              </a:ext>
            </a:extLst>
          </p:cNvPr>
          <p:cNvGrpSpPr/>
          <p:nvPr/>
        </p:nvGrpSpPr>
        <p:grpSpPr>
          <a:xfrm>
            <a:off x="6726084" y="212214"/>
            <a:ext cx="3485838" cy="3338105"/>
            <a:chOff x="7032104" y="1807878"/>
            <a:chExt cx="4752528" cy="3364407"/>
          </a:xfrm>
        </p:grpSpPr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9E76AC82-8B7F-409C-A8B2-6C329C5FAEFD}"/>
                </a:ext>
              </a:extLst>
            </p:cNvPr>
            <p:cNvSpPr/>
            <p:nvPr/>
          </p:nvSpPr>
          <p:spPr>
            <a:xfrm>
              <a:off x="7032104" y="2060848"/>
              <a:ext cx="4752528" cy="3111437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000" dirty="0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bool </a:t>
              </a:r>
              <a:r>
                <a:rPr lang="en-US" sz="1000" dirty="0" err="1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AddIndividual</a:t>
              </a:r>
              <a:r>
                <a:rPr lang="en-US" sz="1000" dirty="0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()</a:t>
              </a:r>
            </a:p>
            <a:p>
              <a:r>
                <a:rPr lang="en-US" sz="1000" dirty="0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bool </a:t>
              </a:r>
              <a:r>
                <a:rPr lang="en-US" sz="1000" dirty="0" err="1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SetMarkerGroup</a:t>
              </a:r>
              <a:r>
                <a:rPr lang="en-US" sz="1000" dirty="0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(…)</a:t>
              </a:r>
            </a:p>
            <a:p>
              <a:r>
                <a:rPr lang="en-US" sz="1000" dirty="0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bool Update()</a:t>
              </a:r>
            </a:p>
            <a:p>
              <a:r>
                <a:rPr lang="en-US" sz="1000" dirty="0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int </a:t>
              </a:r>
              <a:r>
                <a:rPr lang="en-US" sz="1000" dirty="0" err="1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GetNumberOfGenerationsPerIteration</a:t>
              </a:r>
              <a:r>
                <a:rPr lang="en-US" sz="1000" dirty="0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()</a:t>
              </a:r>
            </a:p>
            <a:p>
              <a:r>
                <a:rPr lang="en-US" sz="1000" dirty="0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void </a:t>
              </a:r>
              <a:r>
                <a:rPr lang="en-US" sz="1000" dirty="0" err="1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SetNumberOfGenerationsPerIteration</a:t>
              </a:r>
              <a:r>
                <a:rPr lang="en-US" sz="1000" dirty="0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(…)</a:t>
              </a:r>
            </a:p>
            <a:p>
              <a:r>
                <a:rPr lang="en-US" sz="1000" dirty="0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int </a:t>
              </a:r>
              <a:r>
                <a:rPr lang="en-US" sz="1000" dirty="0" err="1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GetPopulationSize</a:t>
              </a:r>
              <a:r>
                <a:rPr lang="en-US" sz="1000" dirty="0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()</a:t>
              </a:r>
            </a:p>
            <a:p>
              <a:r>
                <a:rPr lang="en-US" sz="1000" dirty="0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void </a:t>
              </a:r>
              <a:r>
                <a:rPr lang="en-US" sz="1000" dirty="0" err="1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SetPopulationSize</a:t>
              </a:r>
              <a:r>
                <a:rPr lang="en-US" sz="1000" dirty="0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(…)</a:t>
              </a:r>
            </a:p>
            <a:p>
              <a:r>
                <a:rPr lang="en-US" sz="1000" dirty="0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int </a:t>
              </a:r>
              <a:r>
                <a:rPr lang="en-US" sz="1000" dirty="0" err="1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GetSelectedIndividualsCount</a:t>
              </a:r>
              <a:r>
                <a:rPr lang="en-US" sz="1000" dirty="0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()</a:t>
              </a:r>
            </a:p>
            <a:p>
              <a:r>
                <a:rPr lang="en-US" sz="1000" dirty="0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bool </a:t>
              </a:r>
              <a:r>
                <a:rPr lang="en-US" sz="1000" dirty="0" err="1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SetSelectedIndividualsCount</a:t>
              </a:r>
              <a:r>
                <a:rPr lang="en-US" sz="1000" dirty="0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(…)</a:t>
              </a:r>
            </a:p>
            <a:p>
              <a:r>
                <a:rPr lang="en-US" sz="1000" dirty="0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double </a:t>
              </a:r>
              <a:r>
                <a:rPr lang="en-US" sz="1000" dirty="0" err="1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GetMutationThreshold</a:t>
              </a:r>
              <a:r>
                <a:rPr lang="en-US" sz="1000" dirty="0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()</a:t>
              </a:r>
            </a:p>
            <a:p>
              <a:r>
                <a:rPr lang="en-US" sz="1000" dirty="0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void </a:t>
              </a:r>
              <a:r>
                <a:rPr lang="en-US" sz="1000" dirty="0" err="1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SetMutationThreshold</a:t>
              </a:r>
              <a:r>
                <a:rPr lang="en-US" sz="1000" dirty="0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(…)</a:t>
              </a:r>
            </a:p>
            <a:p>
              <a:r>
                <a:rPr lang="en-US" sz="1000" dirty="0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bool </a:t>
              </a:r>
              <a:r>
                <a:rPr lang="en-US" sz="1000" dirty="0" err="1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IsMaintainingDiversity</a:t>
              </a:r>
              <a:r>
                <a:rPr lang="en-US" sz="1000" dirty="0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()</a:t>
              </a:r>
            </a:p>
            <a:p>
              <a:r>
                <a:rPr lang="en-US" sz="1000" dirty="0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void </a:t>
              </a:r>
              <a:r>
                <a:rPr lang="en-US" sz="1000" dirty="0" err="1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SetMaintainingDiversity</a:t>
              </a:r>
              <a:r>
                <a:rPr lang="en-US" sz="1000" dirty="0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(…)</a:t>
              </a:r>
            </a:p>
            <a:p>
              <a:r>
                <a:rPr lang="en-US" sz="1000" dirty="0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bool </a:t>
              </a:r>
              <a:r>
                <a:rPr lang="en-US" sz="1000" dirty="0" err="1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IsParameterEnabled</a:t>
              </a:r>
              <a:r>
                <a:rPr lang="en-US" sz="1000" dirty="0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(…)</a:t>
              </a:r>
            </a:p>
            <a:p>
              <a:r>
                <a:rPr lang="en-US" sz="1000" dirty="0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void </a:t>
              </a:r>
              <a:r>
                <a:rPr lang="en-US" sz="1000" dirty="0" err="1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SetParameterEnabled</a:t>
              </a:r>
              <a:r>
                <a:rPr lang="en-US" sz="1000" dirty="0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(…, …) </a:t>
              </a:r>
            </a:p>
            <a:p>
              <a:r>
                <a:rPr lang="en-US" sz="1000" dirty="0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double </a:t>
              </a:r>
              <a:r>
                <a:rPr lang="en-US" sz="1000" dirty="0" err="1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GetParameterStep</a:t>
              </a:r>
              <a:r>
                <a:rPr lang="en-US" sz="1000" dirty="0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(…)</a:t>
              </a:r>
            </a:p>
            <a:p>
              <a:r>
                <a:rPr lang="en-US" sz="1000" dirty="0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void </a:t>
              </a:r>
              <a:r>
                <a:rPr lang="en-US" sz="1000" dirty="0" err="1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SetParameterStep</a:t>
              </a:r>
              <a:r>
                <a:rPr lang="en-US" sz="1000" dirty="0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(…, …)</a:t>
              </a:r>
            </a:p>
            <a:p>
              <a:r>
                <a:rPr lang="en-US" sz="1000" dirty="0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CPinholeCamera2 </a:t>
              </a:r>
              <a:r>
                <a:rPr lang="en-US" sz="1000" dirty="0" err="1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GetPinholeCamera</a:t>
              </a:r>
              <a:r>
                <a:rPr lang="en-US" sz="1000" dirty="0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()</a:t>
              </a:r>
            </a:p>
            <a:p>
              <a:r>
                <a:rPr lang="en-US" sz="1000" dirty="0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void Clear()</a:t>
              </a:r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55A29DC8-C2CD-4F01-A4C9-EEB66C59D6B7}"/>
                </a:ext>
              </a:extLst>
            </p:cNvPr>
            <p:cNvSpPr/>
            <p:nvPr/>
          </p:nvSpPr>
          <p:spPr>
            <a:xfrm>
              <a:off x="7032104" y="1807878"/>
              <a:ext cx="4752528" cy="252970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b="1" dirty="0" err="1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CPinholeCameraCalibration</a:t>
              </a:r>
              <a:endParaRPr lang="en-US" sz="14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BA0465A1-FCDF-4B59-92FE-C657CB9847E3}"/>
              </a:ext>
            </a:extLst>
          </p:cNvPr>
          <p:cNvGrpSpPr/>
          <p:nvPr/>
        </p:nvGrpSpPr>
        <p:grpSpPr>
          <a:xfrm>
            <a:off x="7295014" y="3835783"/>
            <a:ext cx="3037968" cy="1503437"/>
            <a:chOff x="7032104" y="1807880"/>
            <a:chExt cx="4752528" cy="1515280"/>
          </a:xfrm>
        </p:grpSpPr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D83ED005-71A2-4FF5-BC25-2DD76E2EEABC}"/>
                </a:ext>
              </a:extLst>
            </p:cNvPr>
            <p:cNvSpPr/>
            <p:nvPr/>
          </p:nvSpPr>
          <p:spPr>
            <a:xfrm>
              <a:off x="7032104" y="2060852"/>
              <a:ext cx="4752528" cy="1262308"/>
            </a:xfrm>
            <a:prstGeom prst="rect">
              <a:avLst/>
            </a:prstGeom>
            <a:noFill/>
            <a:ln w="12700"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000" dirty="0">
                  <a:solidFill>
                    <a:schemeClr val="bg1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vector&lt;CVector3&gt; </a:t>
              </a:r>
              <a:r>
                <a:rPr lang="en-US" sz="1000" dirty="0" err="1">
                  <a:solidFill>
                    <a:schemeClr val="bg1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GetPointArray</a:t>
              </a:r>
              <a:r>
                <a:rPr lang="en-US" sz="1000" dirty="0">
                  <a:solidFill>
                    <a:schemeClr val="bg1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()</a:t>
              </a:r>
            </a:p>
            <a:p>
              <a:r>
                <a:rPr lang="en-US" sz="1000" dirty="0">
                  <a:solidFill>
                    <a:schemeClr val="bg1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vector&lt;pair&lt;CVector3, CVector3&gt;&gt; </a:t>
              </a:r>
              <a:r>
                <a:rPr lang="en-US" sz="1000" dirty="0" err="1">
                  <a:solidFill>
                    <a:schemeClr val="bg1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GetLineSegmentArray</a:t>
              </a:r>
              <a:r>
                <a:rPr lang="en-US" sz="1000" dirty="0">
                  <a:solidFill>
                    <a:schemeClr val="bg1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()</a:t>
              </a:r>
            </a:p>
            <a:p>
              <a:r>
                <a:rPr lang="en-US" sz="1000" dirty="0">
                  <a:solidFill>
                    <a:schemeClr val="bg1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vector&lt;CPinholeCamera2&gt; </a:t>
              </a:r>
              <a:r>
                <a:rPr lang="en-US" sz="1000" dirty="0" err="1">
                  <a:solidFill>
                    <a:schemeClr val="bg1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GetCandidatePinholeCameraArray</a:t>
              </a:r>
              <a:r>
                <a:rPr lang="en-US" sz="1000" dirty="0">
                  <a:solidFill>
                    <a:schemeClr val="bg1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()</a:t>
              </a:r>
            </a:p>
            <a:p>
              <a:r>
                <a:rPr lang="en-US" sz="1000" dirty="0" err="1">
                  <a:solidFill>
                    <a:schemeClr val="bg1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CBoundingBox</a:t>
              </a:r>
              <a:r>
                <a:rPr lang="en-US" sz="1000" dirty="0">
                  <a:solidFill>
                    <a:schemeClr val="bg1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r>
                <a:rPr lang="en-US" sz="1000" dirty="0" err="1">
                  <a:solidFill>
                    <a:schemeClr val="bg1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GetBoundingBox</a:t>
              </a:r>
              <a:r>
                <a:rPr lang="en-US" sz="1000" dirty="0">
                  <a:solidFill>
                    <a:schemeClr val="bg1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()</a:t>
              </a:r>
            </a:p>
            <a:p>
              <a:r>
                <a:rPr lang="en-US" sz="1000" dirty="0">
                  <a:solidFill>
                    <a:schemeClr val="bg1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bool </a:t>
              </a:r>
              <a:r>
                <a:rPr lang="en-US" sz="1000" dirty="0" err="1">
                  <a:solidFill>
                    <a:schemeClr val="bg1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LoadCandidateCamerasFromFile</a:t>
              </a:r>
              <a:r>
                <a:rPr lang="en-US" sz="1000" dirty="0">
                  <a:solidFill>
                    <a:schemeClr val="bg1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(…);</a:t>
              </a:r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76EB61AD-FED8-4D36-93CF-401AAAF8410A}"/>
                </a:ext>
              </a:extLst>
            </p:cNvPr>
            <p:cNvSpPr/>
            <p:nvPr/>
          </p:nvSpPr>
          <p:spPr>
            <a:xfrm>
              <a:off x="7032104" y="1807880"/>
              <a:ext cx="4752528" cy="252970"/>
            </a:xfrm>
            <a:prstGeom prst="rect">
              <a:avLst/>
            </a:prstGeom>
            <a:noFill/>
            <a:ln w="12700"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b="1" dirty="0" err="1">
                  <a:solidFill>
                    <a:schemeClr val="bg1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CSketchLayout</a:t>
              </a:r>
              <a:endParaRPr lang="en-US" sz="1400" b="1" dirty="0">
                <a:solidFill>
                  <a:schemeClr val="bg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72" name="Group 71">
            <a:extLst>
              <a:ext uri="{FF2B5EF4-FFF2-40B4-BE49-F238E27FC236}">
                <a16:creationId xmlns:a16="http://schemas.microsoft.com/office/drawing/2014/main" id="{3D0F2334-CBAF-4109-B86E-6C47D62366D9}"/>
              </a:ext>
            </a:extLst>
          </p:cNvPr>
          <p:cNvGrpSpPr/>
          <p:nvPr/>
        </p:nvGrpSpPr>
        <p:grpSpPr>
          <a:xfrm>
            <a:off x="1914273" y="4150101"/>
            <a:ext cx="2790372" cy="1345392"/>
            <a:chOff x="7032104" y="1807878"/>
            <a:chExt cx="4752528" cy="1311033"/>
          </a:xfrm>
        </p:grpSpPr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3CF756AD-D49D-4403-B072-42008CB2A367}"/>
                </a:ext>
              </a:extLst>
            </p:cNvPr>
            <p:cNvSpPr/>
            <p:nvPr/>
          </p:nvSpPr>
          <p:spPr>
            <a:xfrm>
              <a:off x="7032104" y="2060848"/>
              <a:ext cx="4752528" cy="1058063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000" dirty="0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std::string </a:t>
              </a:r>
              <a:r>
                <a:rPr lang="en-US" sz="1000" dirty="0" err="1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GetName</a:t>
              </a:r>
              <a:r>
                <a:rPr lang="en-US" sz="1000" dirty="0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()</a:t>
              </a:r>
            </a:p>
            <a:p>
              <a:r>
                <a:rPr lang="en-US" sz="1000" dirty="0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void </a:t>
              </a:r>
              <a:r>
                <a:rPr lang="en-US" sz="1000" dirty="0" err="1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SetName</a:t>
              </a:r>
              <a:r>
                <a:rPr lang="en-US" sz="1000" dirty="0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(…)</a:t>
              </a:r>
            </a:p>
            <a:p>
              <a:r>
                <a:rPr lang="en-US" sz="1000" dirty="0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MARKER_TYPE </a:t>
              </a:r>
              <a:r>
                <a:rPr lang="en-US" sz="1000" dirty="0" err="1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GetType</a:t>
              </a:r>
              <a:r>
                <a:rPr lang="en-US" sz="1000" dirty="0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()</a:t>
              </a:r>
            </a:p>
            <a:p>
              <a:r>
                <a:rPr lang="en-US" sz="1000" dirty="0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void </a:t>
              </a:r>
              <a:r>
                <a:rPr lang="en-US" sz="1000" dirty="0" err="1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SetType</a:t>
              </a:r>
              <a:r>
                <a:rPr lang="en-US" sz="1000" dirty="0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(…)</a:t>
              </a:r>
            </a:p>
            <a:p>
              <a:r>
                <a:rPr lang="en-US" sz="1000" dirty="0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vector&lt;CVector2&gt; </a:t>
              </a:r>
              <a:r>
                <a:rPr lang="en-US" sz="1000" dirty="0" err="1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GetPointArray</a:t>
              </a:r>
              <a:r>
                <a:rPr lang="en-US" sz="1000" dirty="0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()</a:t>
              </a:r>
            </a:p>
            <a:p>
              <a:r>
                <a:rPr lang="en-US" sz="1000" dirty="0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void </a:t>
              </a:r>
              <a:r>
                <a:rPr lang="en-US" sz="1000" dirty="0" err="1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AddPoint</a:t>
              </a:r>
              <a:r>
                <a:rPr lang="en-US" sz="1000" dirty="0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(…)</a:t>
              </a:r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AE863BB4-468E-4A68-92F2-604E428CFCBB}"/>
                </a:ext>
              </a:extLst>
            </p:cNvPr>
            <p:cNvSpPr/>
            <p:nvPr/>
          </p:nvSpPr>
          <p:spPr>
            <a:xfrm>
              <a:off x="7032104" y="1807878"/>
              <a:ext cx="4752528" cy="252970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b="1" dirty="0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CMarker2</a:t>
              </a:r>
            </a:p>
          </p:txBody>
        </p:sp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FB02B491-29D6-48FE-9867-729ACFFA6497}"/>
              </a:ext>
            </a:extLst>
          </p:cNvPr>
          <p:cNvGrpSpPr/>
          <p:nvPr/>
        </p:nvGrpSpPr>
        <p:grpSpPr>
          <a:xfrm>
            <a:off x="2765556" y="2659586"/>
            <a:ext cx="2790372" cy="1007521"/>
            <a:chOff x="7032104" y="1807879"/>
            <a:chExt cx="4752528" cy="1015458"/>
          </a:xfrm>
        </p:grpSpPr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A5F62BD2-8058-4091-B197-820EA54E5846}"/>
                </a:ext>
              </a:extLst>
            </p:cNvPr>
            <p:cNvSpPr/>
            <p:nvPr/>
          </p:nvSpPr>
          <p:spPr>
            <a:xfrm>
              <a:off x="7032104" y="2060853"/>
              <a:ext cx="4752528" cy="762484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000" dirty="0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void </a:t>
              </a:r>
              <a:r>
                <a:rPr lang="en-US" sz="1000" dirty="0" err="1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AddMarker</a:t>
              </a:r>
              <a:r>
                <a:rPr lang="en-US" sz="1000" dirty="0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(…)</a:t>
              </a:r>
            </a:p>
            <a:p>
              <a:r>
                <a:rPr lang="en-US" sz="1000" dirty="0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void </a:t>
              </a:r>
              <a:r>
                <a:rPr lang="en-US" sz="1000" dirty="0" err="1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RemoveMarkerById</a:t>
              </a:r>
              <a:r>
                <a:rPr lang="en-US" sz="1000" dirty="0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(…)</a:t>
              </a:r>
            </a:p>
            <a:p>
              <a:r>
                <a:rPr lang="en-US" sz="1000" dirty="0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vector&lt;CMarker2&gt; </a:t>
              </a:r>
              <a:r>
                <a:rPr lang="en-US" sz="1000" dirty="0" err="1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GetMarkerArray</a:t>
              </a:r>
              <a:r>
                <a:rPr lang="en-US" sz="1000" dirty="0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()</a:t>
              </a:r>
            </a:p>
            <a:p>
              <a:r>
                <a:rPr lang="en-US" sz="1000" dirty="0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double </a:t>
              </a:r>
              <a:r>
                <a:rPr lang="en-US" sz="1000" dirty="0" err="1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ComputeFitness</a:t>
              </a:r>
              <a:r>
                <a:rPr lang="en-US" sz="1000" dirty="0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(…)</a:t>
              </a:r>
            </a:p>
          </p:txBody>
        </p:sp>
        <p:sp>
          <p:nvSpPr>
            <p:cNvPr id="78" name="Rectangle 77">
              <a:extLst>
                <a:ext uri="{FF2B5EF4-FFF2-40B4-BE49-F238E27FC236}">
                  <a16:creationId xmlns:a16="http://schemas.microsoft.com/office/drawing/2014/main" id="{63975B26-BDCD-47F2-827B-83711E6B3867}"/>
                </a:ext>
              </a:extLst>
            </p:cNvPr>
            <p:cNvSpPr/>
            <p:nvPr/>
          </p:nvSpPr>
          <p:spPr>
            <a:xfrm>
              <a:off x="7032104" y="1807879"/>
              <a:ext cx="4752528" cy="252970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b="1" dirty="0" err="1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CMarkerGroup</a:t>
              </a:r>
              <a:endParaRPr lang="en-US" sz="14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15" name="CaixaDeTexto 4">
            <a:extLst>
              <a:ext uri="{FF2B5EF4-FFF2-40B4-BE49-F238E27FC236}">
                <a16:creationId xmlns:a16="http://schemas.microsoft.com/office/drawing/2014/main" id="{CF5819DB-A6D8-4E80-B1B7-0C130EC19DC6}"/>
              </a:ext>
            </a:extLst>
          </p:cNvPr>
          <p:cNvSpPr txBox="1"/>
          <p:nvPr/>
        </p:nvSpPr>
        <p:spPr>
          <a:xfrm>
            <a:off x="1524000" y="6596390"/>
            <a:ext cx="3311832" cy="261610"/>
          </a:xfrm>
          <a:prstGeom prst="rect">
            <a:avLst/>
          </a:prstGeom>
          <a:solidFill>
            <a:srgbClr val="C0504D"/>
          </a:solidFill>
          <a:ln w="28575">
            <a:noFill/>
          </a:ln>
        </p:spPr>
        <p:txBody>
          <a:bodyPr wrap="square" rtlCol="0" anchor="b">
            <a:spAutoFit/>
          </a:bodyPr>
          <a:lstStyle/>
          <a:p>
            <a:r>
              <a:rPr lang="en-US" sz="1050" dirty="0">
                <a:solidFill>
                  <a:schemeClr val="bg1"/>
                </a:solidFill>
                <a:latin typeface="Blue Highway D Type" panose="00000400000000000000" pitchFamily="2" charset="0"/>
              </a:rPr>
              <a:t>No explicit link between markers and landmarks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DE854F82-D739-4232-A043-033D9A4049A3}"/>
              </a:ext>
            </a:extLst>
          </p:cNvPr>
          <p:cNvGrpSpPr/>
          <p:nvPr/>
        </p:nvGrpSpPr>
        <p:grpSpPr>
          <a:xfrm>
            <a:off x="2327231" y="5773855"/>
            <a:ext cx="2304528" cy="650392"/>
            <a:chOff x="197299" y="2228653"/>
            <a:chExt cx="2304528" cy="650392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ADD2EF2E-705E-4AAD-9AEB-7E8779089C9C}"/>
                </a:ext>
              </a:extLst>
            </p:cNvPr>
            <p:cNvSpPr/>
            <p:nvPr/>
          </p:nvSpPr>
          <p:spPr>
            <a:xfrm>
              <a:off x="197299" y="2228653"/>
              <a:ext cx="2304528" cy="250993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b="1" dirty="0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MARKER_TYPE</a:t>
              </a: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27A11354-89DC-4D49-943C-831653C53D51}"/>
                </a:ext>
              </a:extLst>
            </p:cNvPr>
            <p:cNvSpPr/>
            <p:nvPr/>
          </p:nvSpPr>
          <p:spPr>
            <a:xfrm>
              <a:off x="197299" y="2476797"/>
              <a:ext cx="2304528" cy="402248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000" dirty="0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POINT_MARKER</a:t>
              </a:r>
            </a:p>
            <a:p>
              <a:r>
                <a:rPr lang="en-US" sz="1000" dirty="0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LINE_SEGMENT_MARKER</a:t>
              </a:r>
            </a:p>
          </p:txBody>
        </p:sp>
      </p:grpSp>
      <p:cxnSp>
        <p:nvCxnSpPr>
          <p:cNvPr id="87" name="Connector: Curved 86">
            <a:extLst>
              <a:ext uri="{FF2B5EF4-FFF2-40B4-BE49-F238E27FC236}">
                <a16:creationId xmlns:a16="http://schemas.microsoft.com/office/drawing/2014/main" id="{05A27898-70FA-42FC-A411-FDA442C105C4}"/>
              </a:ext>
            </a:extLst>
          </p:cNvPr>
          <p:cNvCxnSpPr>
            <a:cxnSpLocks/>
            <a:stCxn id="29" idx="3"/>
            <a:endCxn id="32" idx="1"/>
          </p:cNvCxnSpPr>
          <p:nvPr/>
        </p:nvCxnSpPr>
        <p:spPr>
          <a:xfrm flipV="1">
            <a:off x="5273578" y="337709"/>
            <a:ext cx="1452507" cy="165474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diamond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Connector: Curved 89">
            <a:extLst>
              <a:ext uri="{FF2B5EF4-FFF2-40B4-BE49-F238E27FC236}">
                <a16:creationId xmlns:a16="http://schemas.microsoft.com/office/drawing/2014/main" id="{7A780D69-0EE1-44A8-9873-E6E20E2BA748}"/>
              </a:ext>
            </a:extLst>
          </p:cNvPr>
          <p:cNvCxnSpPr>
            <a:cxnSpLocks/>
            <a:stCxn id="77" idx="3"/>
            <a:endCxn id="70" idx="1"/>
          </p:cNvCxnSpPr>
          <p:nvPr/>
        </p:nvCxnSpPr>
        <p:spPr>
          <a:xfrm>
            <a:off x="5555928" y="3288845"/>
            <a:ext cx="1739086" cy="672435"/>
          </a:xfrm>
          <a:prstGeom prst="curvedConnector3">
            <a:avLst>
              <a:gd name="adj1" fmla="val 50000"/>
            </a:avLst>
          </a:prstGeom>
          <a:ln>
            <a:solidFill>
              <a:schemeClr val="bg1">
                <a:lumMod val="75000"/>
              </a:schemeClr>
            </a:solidFill>
            <a:prstDash val="solid"/>
            <a:tailEnd type="diamond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Connector: Curved 92">
            <a:extLst>
              <a:ext uri="{FF2B5EF4-FFF2-40B4-BE49-F238E27FC236}">
                <a16:creationId xmlns:a16="http://schemas.microsoft.com/office/drawing/2014/main" id="{C628624C-F5B7-41E3-B695-2C7B5540190C}"/>
              </a:ext>
            </a:extLst>
          </p:cNvPr>
          <p:cNvCxnSpPr>
            <a:cxnSpLocks/>
            <a:stCxn id="29" idx="3"/>
            <a:endCxn id="78" idx="3"/>
          </p:cNvCxnSpPr>
          <p:nvPr/>
        </p:nvCxnSpPr>
        <p:spPr>
          <a:xfrm>
            <a:off x="5273578" y="503184"/>
            <a:ext cx="282351" cy="2281899"/>
          </a:xfrm>
          <a:prstGeom prst="curvedConnector3">
            <a:avLst>
              <a:gd name="adj1" fmla="val 180963"/>
            </a:avLst>
          </a:prstGeom>
          <a:ln>
            <a:solidFill>
              <a:schemeClr val="tx1"/>
            </a:solidFill>
            <a:tailEnd type="diamond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Connector: Curved 95">
            <a:extLst>
              <a:ext uri="{FF2B5EF4-FFF2-40B4-BE49-F238E27FC236}">
                <a16:creationId xmlns:a16="http://schemas.microsoft.com/office/drawing/2014/main" id="{B83A04EC-E931-40C5-A9E9-1897E00BE311}"/>
              </a:ext>
            </a:extLst>
          </p:cNvPr>
          <p:cNvCxnSpPr>
            <a:cxnSpLocks/>
            <a:stCxn id="73" idx="1"/>
            <a:endCxn id="13" idx="1"/>
          </p:cNvCxnSpPr>
          <p:nvPr/>
        </p:nvCxnSpPr>
        <p:spPr>
          <a:xfrm rot="10800000" flipH="1" flipV="1">
            <a:off x="1914273" y="4952597"/>
            <a:ext cx="412958" cy="946755"/>
          </a:xfrm>
          <a:prstGeom prst="curvedConnector3">
            <a:avLst>
              <a:gd name="adj1" fmla="val -55357"/>
            </a:avLst>
          </a:prstGeom>
          <a:ln>
            <a:solidFill>
              <a:schemeClr val="tx1"/>
            </a:solidFill>
            <a:tailEnd type="diamond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Connector: Curved 98">
            <a:extLst>
              <a:ext uri="{FF2B5EF4-FFF2-40B4-BE49-F238E27FC236}">
                <a16:creationId xmlns:a16="http://schemas.microsoft.com/office/drawing/2014/main" id="{66C5A284-096B-469A-BF00-08931FAB79B1}"/>
              </a:ext>
            </a:extLst>
          </p:cNvPr>
          <p:cNvCxnSpPr>
            <a:cxnSpLocks/>
            <a:stCxn id="78" idx="1"/>
            <a:endCxn id="74" idx="1"/>
          </p:cNvCxnSpPr>
          <p:nvPr/>
        </p:nvCxnSpPr>
        <p:spPr>
          <a:xfrm rot="10800000" flipV="1">
            <a:off x="1914275" y="2785082"/>
            <a:ext cx="851283" cy="1494819"/>
          </a:xfrm>
          <a:prstGeom prst="curvedConnector3">
            <a:avLst>
              <a:gd name="adj1" fmla="val 126854"/>
            </a:avLst>
          </a:prstGeom>
          <a:ln>
            <a:solidFill>
              <a:schemeClr val="tx1"/>
            </a:solidFill>
            <a:tailEnd type="diamond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A18239B6-2CCB-4C54-A257-69B2087E1E16}"/>
              </a:ext>
            </a:extLst>
          </p:cNvPr>
          <p:cNvGrpSpPr/>
          <p:nvPr/>
        </p:nvGrpSpPr>
        <p:grpSpPr>
          <a:xfrm>
            <a:off x="7295014" y="6009282"/>
            <a:ext cx="2456248" cy="557457"/>
            <a:chOff x="7032104" y="1807880"/>
            <a:chExt cx="4752528" cy="561848"/>
          </a:xfrm>
        </p:grpSpPr>
        <p:sp>
          <p:nvSpPr>
            <p:cNvPr id="105" name="Rectangle 104">
              <a:extLst>
                <a:ext uri="{FF2B5EF4-FFF2-40B4-BE49-F238E27FC236}">
                  <a16:creationId xmlns:a16="http://schemas.microsoft.com/office/drawing/2014/main" id="{5052759A-538F-420E-AF6B-C2E4EADA12AA}"/>
                </a:ext>
              </a:extLst>
            </p:cNvPr>
            <p:cNvSpPr/>
            <p:nvPr/>
          </p:nvSpPr>
          <p:spPr>
            <a:xfrm>
              <a:off x="7032104" y="2060853"/>
              <a:ext cx="4752528" cy="308875"/>
            </a:xfrm>
            <a:prstGeom prst="rect">
              <a:avLst/>
            </a:prstGeom>
            <a:noFill/>
            <a:ln w="12700"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000" dirty="0" err="1">
                  <a:solidFill>
                    <a:schemeClr val="bg1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CBoundingBox</a:t>
              </a:r>
              <a:r>
                <a:rPr lang="en-US" sz="1000" dirty="0">
                  <a:solidFill>
                    <a:schemeClr val="bg1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r>
                <a:rPr lang="en-US" sz="1000" dirty="0" err="1">
                  <a:solidFill>
                    <a:schemeClr val="bg1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GetBoundingBox</a:t>
              </a:r>
              <a:r>
                <a:rPr lang="en-US" sz="1000" dirty="0">
                  <a:solidFill>
                    <a:schemeClr val="bg1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()</a:t>
              </a:r>
            </a:p>
          </p:txBody>
        </p:sp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5A81906D-732D-4EE1-910D-6A7BAA11167D}"/>
                </a:ext>
              </a:extLst>
            </p:cNvPr>
            <p:cNvSpPr/>
            <p:nvPr/>
          </p:nvSpPr>
          <p:spPr>
            <a:xfrm>
              <a:off x="7032104" y="1807880"/>
              <a:ext cx="4752528" cy="252970"/>
            </a:xfrm>
            <a:prstGeom prst="rect">
              <a:avLst/>
            </a:prstGeom>
            <a:noFill/>
            <a:ln w="12700">
              <a:solidFill>
                <a:schemeClr val="bg1">
                  <a:lumMod val="75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b="1" dirty="0" err="1">
                  <a:solidFill>
                    <a:schemeClr val="bg1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CSketchBaseballLayout</a:t>
              </a:r>
              <a:endParaRPr lang="en-US" sz="1400" b="1" dirty="0">
                <a:solidFill>
                  <a:schemeClr val="bg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cxnSp>
        <p:nvCxnSpPr>
          <p:cNvPr id="108" name="Connector: Curved 107">
            <a:extLst>
              <a:ext uri="{FF2B5EF4-FFF2-40B4-BE49-F238E27FC236}">
                <a16:creationId xmlns:a16="http://schemas.microsoft.com/office/drawing/2014/main" id="{16A84C4F-E393-4600-B804-6AA9E68EE234}"/>
              </a:ext>
            </a:extLst>
          </p:cNvPr>
          <p:cNvCxnSpPr>
            <a:cxnSpLocks/>
            <a:stCxn id="69" idx="2"/>
            <a:endCxn id="106" idx="0"/>
          </p:cNvCxnSpPr>
          <p:nvPr/>
        </p:nvCxnSpPr>
        <p:spPr>
          <a:xfrm rot="5400000">
            <a:off x="8333537" y="5528820"/>
            <a:ext cx="670062" cy="290860"/>
          </a:xfrm>
          <a:prstGeom prst="curvedConnector3">
            <a:avLst>
              <a:gd name="adj1" fmla="val 50000"/>
            </a:avLst>
          </a:prstGeom>
          <a:ln>
            <a:solidFill>
              <a:schemeClr val="bg1">
                <a:lumMod val="75000"/>
              </a:schemeClr>
            </a:solidFill>
            <a:prstDash val="solid"/>
            <a:headEnd type="triangle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4" name="Group 33">
            <a:extLst>
              <a:ext uri="{FF2B5EF4-FFF2-40B4-BE49-F238E27FC236}">
                <a16:creationId xmlns:a16="http://schemas.microsoft.com/office/drawing/2014/main" id="{B5D2F970-BFA0-4D27-BE66-05B082119DE0}"/>
              </a:ext>
            </a:extLst>
          </p:cNvPr>
          <p:cNvGrpSpPr/>
          <p:nvPr/>
        </p:nvGrpSpPr>
        <p:grpSpPr>
          <a:xfrm>
            <a:off x="4963398" y="4465042"/>
            <a:ext cx="2072865" cy="694601"/>
            <a:chOff x="7032104" y="1807880"/>
            <a:chExt cx="4752528" cy="700072"/>
          </a:xfrm>
        </p:grpSpPr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4C0ACE57-47FF-4DA5-BE26-CF86995B8659}"/>
                </a:ext>
              </a:extLst>
            </p:cNvPr>
            <p:cNvSpPr/>
            <p:nvPr/>
          </p:nvSpPr>
          <p:spPr>
            <a:xfrm>
              <a:off x="7032104" y="2060853"/>
              <a:ext cx="4752528" cy="447099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000" dirty="0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void </a:t>
              </a:r>
              <a:r>
                <a:rPr lang="en-US" sz="1000" dirty="0" err="1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SetPoseArray</a:t>
              </a:r>
              <a:r>
                <a:rPr lang="en-US" sz="1000" dirty="0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(…)</a:t>
              </a:r>
            </a:p>
            <a:p>
              <a:r>
                <a:rPr lang="en-US" sz="1000" dirty="0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double </a:t>
              </a:r>
              <a:r>
                <a:rPr lang="en-US" sz="1000" dirty="0" err="1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ComputeFitness</a:t>
              </a:r>
              <a:r>
                <a:rPr lang="en-US" sz="1000" dirty="0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(…)</a:t>
              </a:r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17A37398-BD6C-41E6-A64C-EA68D9FFC374}"/>
                </a:ext>
              </a:extLst>
            </p:cNvPr>
            <p:cNvSpPr/>
            <p:nvPr/>
          </p:nvSpPr>
          <p:spPr>
            <a:xfrm>
              <a:off x="7032104" y="1807880"/>
              <a:ext cx="4752528" cy="252970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b="1" dirty="0" err="1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CPoseMarkerGroup</a:t>
              </a:r>
              <a:endParaRPr lang="en-US" sz="14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cxnSp>
        <p:nvCxnSpPr>
          <p:cNvPr id="37" name="Connector: Curved 36">
            <a:extLst>
              <a:ext uri="{FF2B5EF4-FFF2-40B4-BE49-F238E27FC236}">
                <a16:creationId xmlns:a16="http://schemas.microsoft.com/office/drawing/2014/main" id="{2A90FF36-5EDB-4873-891D-5E8C227D009E}"/>
              </a:ext>
            </a:extLst>
          </p:cNvPr>
          <p:cNvCxnSpPr>
            <a:cxnSpLocks/>
            <a:stCxn id="77" idx="2"/>
            <a:endCxn id="36" idx="0"/>
          </p:cNvCxnSpPr>
          <p:nvPr/>
        </p:nvCxnSpPr>
        <p:spPr>
          <a:xfrm rot="16200000" flipH="1">
            <a:off x="4681320" y="3146529"/>
            <a:ext cx="797935" cy="1839088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headEnd type="triangle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337015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188</Words>
  <Application>Microsoft Office PowerPoint</Application>
  <PresentationFormat>Widescreen</PresentationFormat>
  <Paragraphs>57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Arial</vt:lpstr>
      <vt:lpstr>Blue Highway D Type</vt:lpstr>
      <vt:lpstr>Calibri</vt:lpstr>
      <vt:lpstr>Calibri Light</vt:lpstr>
      <vt:lpstr>Courier New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Carlos Dietrich</dc:creator>
  <cp:lastModifiedBy>Carlos Dietrich</cp:lastModifiedBy>
  <cp:revision>1</cp:revision>
  <dcterms:created xsi:type="dcterms:W3CDTF">2022-08-28T21:46:50Z</dcterms:created>
  <dcterms:modified xsi:type="dcterms:W3CDTF">2022-08-28T21:47:24Z</dcterms:modified>
</cp:coreProperties>
</file>
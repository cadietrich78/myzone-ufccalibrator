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56" r:id="rId2"/>
    <p:sldId id="7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0C9FF-58B4-96F8-5CF0-56EA61231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18EF2-35B0-DA62-7963-9B046F11F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C90F2-48E3-C2AB-0748-D3302CA1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D905-0181-4D8C-950E-363B15A3AAF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28BC-0E29-FD6D-AEAF-026D58543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5F8AD-8FB0-257B-54E8-89E16D72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6815-D029-4575-9AC4-1D3248E4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35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F54C-1722-6350-BFCF-97B291638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4011B-80A9-E6FE-6A57-180FDD955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DA6EE-27B2-F470-6E6C-2F0EFB872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D905-0181-4D8C-950E-363B15A3AAF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2066F-5961-9F59-28A0-F9E32477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02DBF-B5E2-003F-92A4-D0ED31DF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6815-D029-4575-9AC4-1D3248E4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1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7632-DDDE-5BF6-A193-B4C55E64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5462E-CF10-3E17-7D1D-D30D2B5AF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52736-3E2C-383D-2C26-48ECDFF27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D905-0181-4D8C-950E-363B15A3AAF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D8CA3-1D94-88C2-CF92-EA00E406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2C47D-1994-6A3C-6B49-BED442F4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6815-D029-4575-9AC4-1D3248E4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9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3C4F-DDBB-7360-BBA8-F2E00A0B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99F46-4259-A194-0A90-F94AD856C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FF017-7B90-391B-63DD-A32D65106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9E208-8D4D-E468-E2FD-4E8B46E18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D905-0181-4D8C-950E-363B15A3AAF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031C9-5FD4-7A41-F36E-6D714914C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3B516-CC19-EAC3-7901-B3E29BE3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6815-D029-4575-9AC4-1D3248E4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4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D1DB9-894E-A5BC-D396-04175EBB4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1E147-7B34-A273-8F64-9FC5EB0CF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465AC-7F3F-3823-3ED4-05D7BDB6A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2A232B-1A17-5E4C-A4BA-60C01E7C1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72FA33-9135-8BD8-C88D-A08388A9F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90BDD0-AFA4-7936-12F4-49751A9C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D905-0181-4D8C-950E-363B15A3AAF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AF6795-0F28-391A-A386-1C9B3827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ACB5A4-B035-EA32-5F9A-4FEA803B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6815-D029-4575-9AC4-1D3248E4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90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F5C3-AAB8-2D05-A033-7343F420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B368D3-A380-46FB-97E7-9B6137AB3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D905-0181-4D8C-950E-363B15A3AAF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DD0C2-F1B1-CB4A-3510-F2E42D41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07E8A-9506-092A-5E36-C289EA9F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6815-D029-4575-9AC4-1D3248E4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6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37D786-B934-E07B-A9DC-25D76A3E7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D905-0181-4D8C-950E-363B15A3AAF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D0694-5B9D-F298-68C8-BD3174940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34C69-3167-F175-5110-D66FCDD87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6815-D029-4575-9AC4-1D3248E4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1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D700-0E1C-846B-8071-AEB2C1EAE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7E9AD-D7EF-0070-AA12-61181817B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74B29-3AD6-DA10-654C-61454B9EB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21B52-6430-AAE6-23FD-C7164D480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D905-0181-4D8C-950E-363B15A3AAF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7C347-9C5B-C3C2-908B-5C800EDF6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8A935-D2C6-DDB3-2D89-9B132A62D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6815-D029-4575-9AC4-1D3248E4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757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3D71-19D3-33BD-6769-AD206F038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DAEEFD-738C-676E-147B-FF74EED54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3B05B-E990-7C5B-D248-B03879AC3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DFDB1-A6BF-E919-1C0B-A57613E6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D905-0181-4D8C-950E-363B15A3AAF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ABE51-D037-F910-ACE7-03550354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9E0A9-74DA-E965-F864-5BC452F6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6815-D029-4575-9AC4-1D3248E4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4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A183-DDA2-E8AB-BF2C-A340E4430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37DF6-1CDF-F0B4-7E18-9548A022A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3DAE5-9882-EACC-725E-00E4398F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D905-0181-4D8C-950E-363B15A3AAF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2C27D-06AB-382C-2C59-D58C4161A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5FC67-5982-96D0-FBDE-BC06F4B1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6815-D029-4575-9AC4-1D3248E4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4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353EC6-0873-4B76-B217-B2CA070B2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CB35C7-5C87-54F3-EE0E-81DFD078D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C64EE-BFFC-0044-6AD9-927F65B5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CD905-0181-4D8C-950E-363B15A3AAF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420A3-C3F6-69EB-A6E1-1C463379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DD771-930B-DCBF-3E7B-1037A60E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C6815-D029-4575-9AC4-1D3248E4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63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BC0127-E0DA-D508-DE5D-9F678F58F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94CDD-9813-8BCE-E3D7-D811A6F29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7791-9F21-0935-F5FC-C3313695F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CD905-0181-4D8C-950E-363B15A3AAF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FB036-4B99-CEC3-5D29-B6EDAE13F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2A849-CA0A-035A-40D9-D31ED51A8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C6815-D029-4575-9AC4-1D3248E4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7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4488F96D-602F-4006-97C6-2A1F9E53D0A0}"/>
              </a:ext>
            </a:extLst>
          </p:cNvPr>
          <p:cNvGrpSpPr/>
          <p:nvPr/>
        </p:nvGrpSpPr>
        <p:grpSpPr>
          <a:xfrm>
            <a:off x="1685413" y="377687"/>
            <a:ext cx="3588164" cy="1819783"/>
            <a:chOff x="7032104" y="1807878"/>
            <a:chExt cx="4752528" cy="183412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011BA80-D6BA-4B17-AE81-9CF19CB1E097}"/>
                </a:ext>
              </a:extLst>
            </p:cNvPr>
            <p:cNvSpPr/>
            <p:nvPr/>
          </p:nvSpPr>
          <p:spPr>
            <a:xfrm>
              <a:off x="7032104" y="2060850"/>
              <a:ext cx="4752528" cy="158114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SetMaximumNumberOfIterations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SetMaximumNumberOfStagnateIterations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SetCandidatePinholeCameraArray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Start()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DoWork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CSketchMarkerGroup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GetMarkerGroup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SetMarkerGroup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CPinholeCamera2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GetPinholeCamera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bool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IsReady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F506BEC-1021-4AB0-ABCD-25B04ED71778}"/>
                </a:ext>
              </a:extLst>
            </p:cNvPr>
            <p:cNvSpPr/>
            <p:nvPr/>
          </p:nvSpPr>
          <p:spPr>
            <a:xfrm>
              <a:off x="7032104" y="1807878"/>
              <a:ext cx="4752528" cy="25297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CCalibrationAsynchronousWorker</a:t>
              </a:r>
              <a:endPara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B227443-DCF8-4F34-8D67-71317C815065}"/>
              </a:ext>
            </a:extLst>
          </p:cNvPr>
          <p:cNvGrpSpPr/>
          <p:nvPr/>
        </p:nvGrpSpPr>
        <p:grpSpPr>
          <a:xfrm>
            <a:off x="6726084" y="212214"/>
            <a:ext cx="3485838" cy="3338105"/>
            <a:chOff x="7032104" y="1807878"/>
            <a:chExt cx="4752528" cy="336440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E76AC82-8B7F-409C-A8B2-6C329C5FAEFD}"/>
                </a:ext>
              </a:extLst>
            </p:cNvPr>
            <p:cNvSpPr/>
            <p:nvPr/>
          </p:nvSpPr>
          <p:spPr>
            <a:xfrm>
              <a:off x="7032104" y="2060848"/>
              <a:ext cx="4752528" cy="311143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bool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AddIndividual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bool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SetMarkerGroup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bool Update()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GetNumberOfGenerationsPerIteration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SetNumberOfGenerationsPerIteration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GetPopulationSize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SetPopulationSize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GetSelectedIndividualsCount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bool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SetSelectedIndividualsCount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double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GetMutationThreshold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SetMutationThreshold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bool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IsMaintainingDiversity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SetMaintainingDiversity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bool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IsParameterEnabled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SetParameterEnabled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(…, …) 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double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GetParameterStep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SetParameterStep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(…, 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CPinholeCamera2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GetPinholeCamera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Clear()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5A29DC8-C2CD-4F01-A4C9-EEB66C59D6B7}"/>
                </a:ext>
              </a:extLst>
            </p:cNvPr>
            <p:cNvSpPr/>
            <p:nvPr/>
          </p:nvSpPr>
          <p:spPr>
            <a:xfrm>
              <a:off x="7032104" y="1807878"/>
              <a:ext cx="4752528" cy="25297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CPinholeCameraCalibration</a:t>
              </a:r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A0465A1-FCDF-4B59-92FE-C657CB9847E3}"/>
              </a:ext>
            </a:extLst>
          </p:cNvPr>
          <p:cNvGrpSpPr/>
          <p:nvPr/>
        </p:nvGrpSpPr>
        <p:grpSpPr>
          <a:xfrm>
            <a:off x="7295014" y="3835783"/>
            <a:ext cx="3037968" cy="1503437"/>
            <a:chOff x="7032104" y="1807880"/>
            <a:chExt cx="4752528" cy="1515280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83ED005-71A2-4FF5-BC25-2DD76E2EEABC}"/>
                </a:ext>
              </a:extLst>
            </p:cNvPr>
            <p:cNvSpPr/>
            <p:nvPr/>
          </p:nvSpPr>
          <p:spPr>
            <a:xfrm>
              <a:off x="7032104" y="2060852"/>
              <a:ext cx="4752528" cy="1262308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vector&lt;CVector3&gt; </a:t>
              </a:r>
              <a:r>
                <a:rPr lang="en-US" sz="1000" dirty="0" err="1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GetPointArray</a:t>
              </a:r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vector&lt;pair&lt;CVector3, CVector3&gt;&gt; </a:t>
              </a:r>
              <a:r>
                <a:rPr lang="en-US" sz="1000" dirty="0" err="1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GetLineSegmentArray</a:t>
              </a:r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vector&lt;CPinholeCamera2&gt; </a:t>
              </a:r>
              <a:r>
                <a:rPr lang="en-US" sz="1000" dirty="0" err="1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GetCandidatePinholeCameraArray</a:t>
              </a:r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 err="1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CBoundingBox</a:t>
              </a:r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000" dirty="0" err="1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GetBoundingBox</a:t>
              </a:r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bool </a:t>
              </a:r>
              <a:r>
                <a:rPr lang="en-US" sz="1000" dirty="0" err="1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LoadCandidateCamerasFromFile</a:t>
              </a:r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(…);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6EB61AD-FED8-4D36-93CF-401AAAF8410A}"/>
                </a:ext>
              </a:extLst>
            </p:cNvPr>
            <p:cNvSpPr/>
            <p:nvPr/>
          </p:nvSpPr>
          <p:spPr>
            <a:xfrm>
              <a:off x="7032104" y="1807880"/>
              <a:ext cx="4752528" cy="252970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CSketchLayout</a:t>
              </a:r>
              <a:endParaRPr lang="en-US" sz="1400" b="1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D0F2334-CBAF-4109-B86E-6C47D62366D9}"/>
              </a:ext>
            </a:extLst>
          </p:cNvPr>
          <p:cNvGrpSpPr/>
          <p:nvPr/>
        </p:nvGrpSpPr>
        <p:grpSpPr>
          <a:xfrm>
            <a:off x="1914273" y="4150101"/>
            <a:ext cx="2790372" cy="1345392"/>
            <a:chOff x="7032104" y="1807878"/>
            <a:chExt cx="4752528" cy="1311033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CF756AD-D49D-4403-B072-42008CB2A367}"/>
                </a:ext>
              </a:extLst>
            </p:cNvPr>
            <p:cNvSpPr/>
            <p:nvPr/>
          </p:nvSpPr>
          <p:spPr>
            <a:xfrm>
              <a:off x="7032104" y="2060848"/>
              <a:ext cx="4752528" cy="105806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std::string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GetName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SetName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MARKER_TYPE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GetType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SetType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vector&lt;CVector2&gt;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GetPointArray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AddPoint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E863BB4-468E-4A68-92F2-604E428CFCBB}"/>
                </a:ext>
              </a:extLst>
            </p:cNvPr>
            <p:cNvSpPr/>
            <p:nvPr/>
          </p:nvSpPr>
          <p:spPr>
            <a:xfrm>
              <a:off x="7032104" y="1807878"/>
              <a:ext cx="4752528" cy="25297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CMarker2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B02B491-29D6-48FE-9867-729ACFFA6497}"/>
              </a:ext>
            </a:extLst>
          </p:cNvPr>
          <p:cNvGrpSpPr/>
          <p:nvPr/>
        </p:nvGrpSpPr>
        <p:grpSpPr>
          <a:xfrm>
            <a:off x="2765556" y="2659586"/>
            <a:ext cx="2790372" cy="1007521"/>
            <a:chOff x="7032104" y="1807879"/>
            <a:chExt cx="4752528" cy="1015458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5F62BD2-8058-4091-B197-820EA54E5846}"/>
                </a:ext>
              </a:extLst>
            </p:cNvPr>
            <p:cNvSpPr/>
            <p:nvPr/>
          </p:nvSpPr>
          <p:spPr>
            <a:xfrm>
              <a:off x="7032104" y="2060853"/>
              <a:ext cx="4752528" cy="76248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AddMarker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RemoveMarkerById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vector&lt;CMarker2&gt;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GetMarkerArray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double </a:t>
              </a:r>
              <a:r>
                <a:rPr lang="en-US" sz="1000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ComputeFitness</a:t>
              </a:r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3975B26-BDCD-47F2-827B-83711E6B3867}"/>
                </a:ext>
              </a:extLst>
            </p:cNvPr>
            <p:cNvSpPr/>
            <p:nvPr/>
          </p:nvSpPr>
          <p:spPr>
            <a:xfrm>
              <a:off x="7032104" y="1807879"/>
              <a:ext cx="4752528" cy="25297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CMarkerGroup</a:t>
              </a:r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5" name="CaixaDeTexto 4">
            <a:extLst>
              <a:ext uri="{FF2B5EF4-FFF2-40B4-BE49-F238E27FC236}">
                <a16:creationId xmlns:a16="http://schemas.microsoft.com/office/drawing/2014/main" id="{CF5819DB-A6D8-4E80-B1B7-0C130EC19DC6}"/>
              </a:ext>
            </a:extLst>
          </p:cNvPr>
          <p:cNvSpPr txBox="1"/>
          <p:nvPr/>
        </p:nvSpPr>
        <p:spPr>
          <a:xfrm>
            <a:off x="1524000" y="6596390"/>
            <a:ext cx="3311832" cy="261610"/>
          </a:xfrm>
          <a:prstGeom prst="rect">
            <a:avLst/>
          </a:prstGeom>
          <a:solidFill>
            <a:srgbClr val="C0504D"/>
          </a:solidFill>
          <a:ln w="28575">
            <a:noFill/>
          </a:ln>
        </p:spPr>
        <p:txBody>
          <a:bodyPr wrap="square" rtlCol="0" anchor="b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Blue Highway D Type" panose="00000400000000000000" pitchFamily="2" charset="0"/>
              </a:rPr>
              <a:t>No explicit link between markers and landmarks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E854F82-D739-4232-A043-033D9A4049A3}"/>
              </a:ext>
            </a:extLst>
          </p:cNvPr>
          <p:cNvGrpSpPr/>
          <p:nvPr/>
        </p:nvGrpSpPr>
        <p:grpSpPr>
          <a:xfrm>
            <a:off x="2327231" y="5773855"/>
            <a:ext cx="2304528" cy="650392"/>
            <a:chOff x="197299" y="2228653"/>
            <a:chExt cx="2304528" cy="65039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D2EF2E-705E-4AAD-9AEB-7E8779089C9C}"/>
                </a:ext>
              </a:extLst>
            </p:cNvPr>
            <p:cNvSpPr/>
            <p:nvPr/>
          </p:nvSpPr>
          <p:spPr>
            <a:xfrm>
              <a:off x="197299" y="2228653"/>
              <a:ext cx="2304528" cy="25099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MARKER_TYPE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A11354-89DC-4D49-943C-831653C53D51}"/>
                </a:ext>
              </a:extLst>
            </p:cNvPr>
            <p:cNvSpPr/>
            <p:nvPr/>
          </p:nvSpPr>
          <p:spPr>
            <a:xfrm>
              <a:off x="197299" y="2476797"/>
              <a:ext cx="2304528" cy="40224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POINT_MARKER</a:t>
              </a:r>
            </a:p>
            <a:p>
              <a:r>
                <a:rPr lang="en-US" sz="1000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LINE_SEGMENT_MARKER</a:t>
              </a:r>
            </a:p>
          </p:txBody>
        </p:sp>
      </p:grpSp>
      <p:cxnSp>
        <p:nvCxnSpPr>
          <p:cNvPr id="87" name="Connector: Curved 86">
            <a:extLst>
              <a:ext uri="{FF2B5EF4-FFF2-40B4-BE49-F238E27FC236}">
                <a16:creationId xmlns:a16="http://schemas.microsoft.com/office/drawing/2014/main" id="{05A27898-70FA-42FC-A411-FDA442C105C4}"/>
              </a:ext>
            </a:extLst>
          </p:cNvPr>
          <p:cNvCxnSpPr>
            <a:cxnSpLocks/>
            <a:stCxn id="29" idx="3"/>
            <a:endCxn id="32" idx="1"/>
          </p:cNvCxnSpPr>
          <p:nvPr/>
        </p:nvCxnSpPr>
        <p:spPr>
          <a:xfrm flipV="1">
            <a:off x="5273578" y="337709"/>
            <a:ext cx="1452507" cy="16547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Curved 89">
            <a:extLst>
              <a:ext uri="{FF2B5EF4-FFF2-40B4-BE49-F238E27FC236}">
                <a16:creationId xmlns:a16="http://schemas.microsoft.com/office/drawing/2014/main" id="{7A780D69-0EE1-44A8-9873-E6E20E2BA748}"/>
              </a:ext>
            </a:extLst>
          </p:cNvPr>
          <p:cNvCxnSpPr>
            <a:cxnSpLocks/>
            <a:stCxn id="77" idx="3"/>
            <a:endCxn id="70" idx="1"/>
          </p:cNvCxnSpPr>
          <p:nvPr/>
        </p:nvCxnSpPr>
        <p:spPr>
          <a:xfrm>
            <a:off x="5555928" y="3288845"/>
            <a:ext cx="1739086" cy="672435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solid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C628624C-F5B7-41E3-B695-2C7B5540190C}"/>
              </a:ext>
            </a:extLst>
          </p:cNvPr>
          <p:cNvCxnSpPr>
            <a:cxnSpLocks/>
            <a:stCxn id="29" idx="3"/>
            <a:endCxn id="78" idx="3"/>
          </p:cNvCxnSpPr>
          <p:nvPr/>
        </p:nvCxnSpPr>
        <p:spPr>
          <a:xfrm>
            <a:off x="5273578" y="503184"/>
            <a:ext cx="282351" cy="2281899"/>
          </a:xfrm>
          <a:prstGeom prst="curvedConnector3">
            <a:avLst>
              <a:gd name="adj1" fmla="val 180963"/>
            </a:avLst>
          </a:prstGeom>
          <a:ln>
            <a:solidFill>
              <a:schemeClr val="tx1"/>
            </a:solidFill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Curved 95">
            <a:extLst>
              <a:ext uri="{FF2B5EF4-FFF2-40B4-BE49-F238E27FC236}">
                <a16:creationId xmlns:a16="http://schemas.microsoft.com/office/drawing/2014/main" id="{B83A04EC-E931-40C5-A9E9-1897E00BE311}"/>
              </a:ext>
            </a:extLst>
          </p:cNvPr>
          <p:cNvCxnSpPr>
            <a:cxnSpLocks/>
            <a:stCxn id="73" idx="1"/>
            <a:endCxn id="13" idx="1"/>
          </p:cNvCxnSpPr>
          <p:nvPr/>
        </p:nvCxnSpPr>
        <p:spPr>
          <a:xfrm rot="10800000" flipH="1" flipV="1">
            <a:off x="1914273" y="4952597"/>
            <a:ext cx="412958" cy="946755"/>
          </a:xfrm>
          <a:prstGeom prst="curvedConnector3">
            <a:avLst>
              <a:gd name="adj1" fmla="val -55357"/>
            </a:avLst>
          </a:prstGeom>
          <a:ln>
            <a:solidFill>
              <a:schemeClr val="tx1"/>
            </a:solidFill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Curved 98">
            <a:extLst>
              <a:ext uri="{FF2B5EF4-FFF2-40B4-BE49-F238E27FC236}">
                <a16:creationId xmlns:a16="http://schemas.microsoft.com/office/drawing/2014/main" id="{66C5A284-096B-469A-BF00-08931FAB79B1}"/>
              </a:ext>
            </a:extLst>
          </p:cNvPr>
          <p:cNvCxnSpPr>
            <a:cxnSpLocks/>
            <a:stCxn id="78" idx="1"/>
            <a:endCxn id="74" idx="1"/>
          </p:cNvCxnSpPr>
          <p:nvPr/>
        </p:nvCxnSpPr>
        <p:spPr>
          <a:xfrm rot="10800000" flipV="1">
            <a:off x="1914275" y="2785082"/>
            <a:ext cx="851283" cy="1494819"/>
          </a:xfrm>
          <a:prstGeom prst="curvedConnector3">
            <a:avLst>
              <a:gd name="adj1" fmla="val 126854"/>
            </a:avLst>
          </a:prstGeom>
          <a:ln>
            <a:solidFill>
              <a:schemeClr val="tx1"/>
            </a:solidFill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18239B6-2CCB-4C54-A257-69B2087E1E16}"/>
              </a:ext>
            </a:extLst>
          </p:cNvPr>
          <p:cNvGrpSpPr/>
          <p:nvPr/>
        </p:nvGrpSpPr>
        <p:grpSpPr>
          <a:xfrm>
            <a:off x="7295014" y="6009282"/>
            <a:ext cx="2456248" cy="557457"/>
            <a:chOff x="7032104" y="1807880"/>
            <a:chExt cx="4752528" cy="561848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052759A-538F-420E-AF6B-C2E4EADA12AA}"/>
                </a:ext>
              </a:extLst>
            </p:cNvPr>
            <p:cNvSpPr/>
            <p:nvPr/>
          </p:nvSpPr>
          <p:spPr>
            <a:xfrm>
              <a:off x="7032104" y="2060853"/>
              <a:ext cx="4752528" cy="308875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 err="1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CBoundingBox</a:t>
              </a:r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000" dirty="0" err="1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GetBoundingBox</a:t>
              </a:r>
              <a:r>
                <a:rPr lang="en-US" sz="1000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A81906D-732D-4EE1-910D-6A7BAA11167D}"/>
                </a:ext>
              </a:extLst>
            </p:cNvPr>
            <p:cNvSpPr/>
            <p:nvPr/>
          </p:nvSpPr>
          <p:spPr>
            <a:xfrm>
              <a:off x="7032104" y="1807880"/>
              <a:ext cx="4752528" cy="252970"/>
            </a:xfrm>
            <a:prstGeom prst="rect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CSketchBaseballLayout</a:t>
              </a:r>
              <a:endParaRPr lang="en-US" sz="1400" b="1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16A84C4F-E393-4600-B804-6AA9E68EE234}"/>
              </a:ext>
            </a:extLst>
          </p:cNvPr>
          <p:cNvCxnSpPr>
            <a:cxnSpLocks/>
            <a:stCxn id="69" idx="2"/>
            <a:endCxn id="106" idx="0"/>
          </p:cNvCxnSpPr>
          <p:nvPr/>
        </p:nvCxnSpPr>
        <p:spPr>
          <a:xfrm rot="5400000">
            <a:off x="8333537" y="5528820"/>
            <a:ext cx="670062" cy="290860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solid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D2F970-BFA0-4D27-BE66-05B082119DE0}"/>
              </a:ext>
            </a:extLst>
          </p:cNvPr>
          <p:cNvGrpSpPr/>
          <p:nvPr/>
        </p:nvGrpSpPr>
        <p:grpSpPr>
          <a:xfrm>
            <a:off x="4963398" y="4465042"/>
            <a:ext cx="2072865" cy="694601"/>
            <a:chOff x="7032104" y="1807880"/>
            <a:chExt cx="4752528" cy="70007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C0ACE57-47FF-4DA5-BE26-CF86995B8659}"/>
                </a:ext>
              </a:extLst>
            </p:cNvPr>
            <p:cNvSpPr/>
            <p:nvPr/>
          </p:nvSpPr>
          <p:spPr>
            <a:xfrm>
              <a:off x="7032104" y="2060853"/>
              <a:ext cx="4752528" cy="4470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void </a:t>
              </a:r>
              <a:r>
                <a:rPr lang="en-US" sz="10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SetPoseArray</a:t>
              </a:r>
              <a:r>
                <a:rPr lang="en-US" sz="1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  <a:p>
              <a:r>
                <a:rPr lang="en-US" sz="1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double </a:t>
              </a:r>
              <a:r>
                <a:rPr lang="en-US" sz="10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ComputeFitness</a:t>
              </a:r>
              <a:r>
                <a:rPr lang="en-US" sz="1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(…)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7A37398-BD6C-41E6-A64C-EA68D9FFC374}"/>
                </a:ext>
              </a:extLst>
            </p:cNvPr>
            <p:cNvSpPr/>
            <p:nvPr/>
          </p:nvSpPr>
          <p:spPr>
            <a:xfrm>
              <a:off x="7032104" y="1807880"/>
              <a:ext cx="4752528" cy="25297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CPoseMarkerGroup</a:t>
              </a:r>
              <a:endPara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2A90FF36-5EDB-4873-891D-5E8C227D009E}"/>
              </a:ext>
            </a:extLst>
          </p:cNvPr>
          <p:cNvCxnSpPr>
            <a:cxnSpLocks/>
            <a:stCxn id="77" idx="2"/>
            <a:endCxn id="36" idx="0"/>
          </p:cNvCxnSpPr>
          <p:nvPr/>
        </p:nvCxnSpPr>
        <p:spPr>
          <a:xfrm rot="16200000" flipH="1">
            <a:off x="4681320" y="3146529"/>
            <a:ext cx="797935" cy="183908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701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FF7CC-935A-0413-7666-7892C7586587}"/>
              </a:ext>
            </a:extLst>
          </p:cNvPr>
          <p:cNvSpPr txBox="1"/>
          <p:nvPr/>
        </p:nvSpPr>
        <p:spPr>
          <a:xfrm>
            <a:off x="257452" y="2415559"/>
            <a:ext cx="11709647" cy="20313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icons to “Resource Files/</a:t>
            </a:r>
            <a:r>
              <a:rPr lang="en-US" dirty="0" err="1"/>
              <a:t>application.qrc</a:t>
            </a:r>
            <a:r>
              <a:rPr lang="en-US" dirty="0"/>
              <a:t>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Initialize the initial camera population at “</a:t>
            </a:r>
            <a:r>
              <a:rPr lang="en-US" dirty="0" err="1"/>
              <a:t>CExtrinsicCalibrationTab</a:t>
            </a:r>
            <a:r>
              <a:rPr lang="en-US" dirty="0"/>
              <a:t>::Initialize()”. Is it the only place where it’s done?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the layout class scene elements class and its references on “</a:t>
            </a:r>
            <a:r>
              <a:rPr lang="en-US" dirty="0" err="1"/>
              <a:t>CUfcCalibratorModel</a:t>
            </a:r>
            <a:r>
              <a:rPr lang="en-US" dirty="0"/>
              <a:t>”. Once updated, all steps that need to be updated will break.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the marker array. Once updated, all steps that need to be updated will break.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DIMENSIONS OF THE INTRINSIC CALIBRATION MATRIX AND THE IMAGES USED DURING THE CALIBRATION SHOULD MATCH!</a:t>
            </a:r>
          </a:p>
        </p:txBody>
      </p:sp>
    </p:spTree>
    <p:extLst>
      <p:ext uri="{BB962C8B-B14F-4D97-AF65-F5344CB8AC3E}">
        <p14:creationId xmlns:p14="http://schemas.microsoft.com/office/powerpoint/2010/main" val="3247505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281</Words>
  <Application>Microsoft Office PowerPoint</Application>
  <PresentationFormat>Widescreen</PresentationFormat>
  <Paragraphs>62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Blue Highway D Type</vt:lpstr>
      <vt:lpstr>Calibri</vt:lpstr>
      <vt:lpstr>Calibri Light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Dietrich</dc:creator>
  <cp:lastModifiedBy>Carlos Dietrich</cp:lastModifiedBy>
  <cp:revision>3</cp:revision>
  <dcterms:created xsi:type="dcterms:W3CDTF">2022-08-28T21:46:50Z</dcterms:created>
  <dcterms:modified xsi:type="dcterms:W3CDTF">2023-10-31T20:36:11Z</dcterms:modified>
</cp:coreProperties>
</file>